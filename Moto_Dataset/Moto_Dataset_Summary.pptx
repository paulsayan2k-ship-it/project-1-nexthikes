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80385A-A735-4AB8-AA3E-EE509959FC0D}" v="1" dt="2026-10-10T05:52:57.0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yan Paul" userId="8329a45a21671860" providerId="LiveId" clId="{614C752D-C4D4-4398-8E0E-047B232417BE}"/>
    <pc:docChg chg="undo custSel modSld">
      <pc:chgData name="Sayan Paul" userId="8329a45a21671860" providerId="LiveId" clId="{614C752D-C4D4-4398-8E0E-047B232417BE}" dt="2026-10-10T11:48:21.264" v="169" actId="1076"/>
      <pc:docMkLst>
        <pc:docMk/>
      </pc:docMkLst>
      <pc:sldChg chg="addSp delSp modSp mod">
        <pc:chgData name="Sayan Paul" userId="8329a45a21671860" providerId="LiveId" clId="{614C752D-C4D4-4398-8E0E-047B232417BE}" dt="2026-10-10T11:42:34.951" v="166" actId="207"/>
        <pc:sldMkLst>
          <pc:docMk/>
          <pc:sldMk cId="2713213413" sldId="257"/>
        </pc:sldMkLst>
        <pc:spChg chg="mod">
          <ac:chgData name="Sayan Paul" userId="8329a45a21671860" providerId="LiveId" clId="{614C752D-C4D4-4398-8E0E-047B232417BE}" dt="2026-10-10T11:42:34.951" v="166" actId="207"/>
          <ac:spMkLst>
            <pc:docMk/>
            <pc:sldMk cId="2713213413" sldId="257"/>
            <ac:spMk id="5" creationId="{A00AFA65-F6F9-4CA4-66B6-DDE4E6503950}"/>
          </ac:spMkLst>
        </pc:spChg>
        <pc:picChg chg="add del mod modCrop">
          <ac:chgData name="Sayan Paul" userId="8329a45a21671860" providerId="LiveId" clId="{614C752D-C4D4-4398-8E0E-047B232417BE}" dt="2026-10-10T11:35:54.908" v="117" actId="478"/>
          <ac:picMkLst>
            <pc:docMk/>
            <pc:sldMk cId="2713213413" sldId="257"/>
            <ac:picMk id="4" creationId="{09132892-A484-0240-6F9E-DAB2F658F368}"/>
          </ac:picMkLst>
        </pc:picChg>
        <pc:picChg chg="add">
          <ac:chgData name="Sayan Paul" userId="8329a45a21671860" providerId="LiveId" clId="{614C752D-C4D4-4398-8E0E-047B232417BE}" dt="2026-10-10T11:33:48.311" v="112" actId="22"/>
          <ac:picMkLst>
            <pc:docMk/>
            <pc:sldMk cId="2713213413" sldId="257"/>
            <ac:picMk id="7" creationId="{F31342EC-1A6A-8107-F0CC-5AB60D6C55FD}"/>
          </ac:picMkLst>
        </pc:picChg>
        <pc:picChg chg="add mod">
          <ac:chgData name="Sayan Paul" userId="8329a45a21671860" providerId="LiveId" clId="{614C752D-C4D4-4398-8E0E-047B232417BE}" dt="2026-10-10T11:35:45.207" v="116" actId="1076"/>
          <ac:picMkLst>
            <pc:docMk/>
            <pc:sldMk cId="2713213413" sldId="257"/>
            <ac:picMk id="9" creationId="{D03B3775-3DCA-4E1B-2BED-0BA8F0E8A468}"/>
          </ac:picMkLst>
        </pc:picChg>
      </pc:sldChg>
      <pc:sldChg chg="addSp mod">
        <pc:chgData name="Sayan Paul" userId="8329a45a21671860" providerId="LiveId" clId="{614C752D-C4D4-4398-8E0E-047B232417BE}" dt="2026-10-10T11:35:59.450" v="118" actId="22"/>
        <pc:sldMkLst>
          <pc:docMk/>
          <pc:sldMk cId="3971445089" sldId="258"/>
        </pc:sldMkLst>
        <pc:picChg chg="add">
          <ac:chgData name="Sayan Paul" userId="8329a45a21671860" providerId="LiveId" clId="{614C752D-C4D4-4398-8E0E-047B232417BE}" dt="2026-10-10T11:33:30.535" v="111" actId="22"/>
          <ac:picMkLst>
            <pc:docMk/>
            <pc:sldMk cId="3971445089" sldId="258"/>
            <ac:picMk id="4" creationId="{72E712A5-D457-A11B-ED8D-F1C620C0743F}"/>
          </ac:picMkLst>
        </pc:picChg>
        <pc:picChg chg="add">
          <ac:chgData name="Sayan Paul" userId="8329a45a21671860" providerId="LiveId" clId="{614C752D-C4D4-4398-8E0E-047B232417BE}" dt="2026-10-10T11:35:59.450" v="118" actId="22"/>
          <ac:picMkLst>
            <pc:docMk/>
            <pc:sldMk cId="3971445089" sldId="258"/>
            <ac:picMk id="7" creationId="{849E0D25-15B0-6C98-6AB6-9E1DA4FD377E}"/>
          </ac:picMkLst>
        </pc:picChg>
      </pc:sldChg>
      <pc:sldChg chg="addSp mod">
        <pc:chgData name="Sayan Paul" userId="8329a45a21671860" providerId="LiveId" clId="{614C752D-C4D4-4398-8E0E-047B232417BE}" dt="2026-10-10T11:36:03.353" v="119" actId="22"/>
        <pc:sldMkLst>
          <pc:docMk/>
          <pc:sldMk cId="691802903" sldId="259"/>
        </pc:sldMkLst>
        <pc:picChg chg="add">
          <ac:chgData name="Sayan Paul" userId="8329a45a21671860" providerId="LiveId" clId="{614C752D-C4D4-4398-8E0E-047B232417BE}" dt="2026-10-10T11:33:26.698" v="110" actId="22"/>
          <ac:picMkLst>
            <pc:docMk/>
            <pc:sldMk cId="691802903" sldId="259"/>
            <ac:picMk id="4" creationId="{B4B38D19-F37B-7B43-66E9-DFD50037BB28}"/>
          </ac:picMkLst>
        </pc:picChg>
        <pc:picChg chg="add">
          <ac:chgData name="Sayan Paul" userId="8329a45a21671860" providerId="LiveId" clId="{614C752D-C4D4-4398-8E0E-047B232417BE}" dt="2026-10-10T11:36:03.353" v="119" actId="22"/>
          <ac:picMkLst>
            <pc:docMk/>
            <pc:sldMk cId="691802903" sldId="259"/>
            <ac:picMk id="7" creationId="{FB74AAD8-4B36-DE9B-A5CE-2EFC8F1D004D}"/>
          </ac:picMkLst>
        </pc:picChg>
      </pc:sldChg>
      <pc:sldChg chg="addSp mod">
        <pc:chgData name="Sayan Paul" userId="8329a45a21671860" providerId="LiveId" clId="{614C752D-C4D4-4398-8E0E-047B232417BE}" dt="2026-10-10T11:36:06.820" v="120" actId="22"/>
        <pc:sldMkLst>
          <pc:docMk/>
          <pc:sldMk cId="3191866927" sldId="260"/>
        </pc:sldMkLst>
        <pc:picChg chg="add">
          <ac:chgData name="Sayan Paul" userId="8329a45a21671860" providerId="LiveId" clId="{614C752D-C4D4-4398-8E0E-047B232417BE}" dt="2026-10-10T11:33:22.922" v="109" actId="22"/>
          <ac:picMkLst>
            <pc:docMk/>
            <pc:sldMk cId="3191866927" sldId="260"/>
            <ac:picMk id="4" creationId="{D375F7A3-F763-5363-90AD-604F50F53375}"/>
          </ac:picMkLst>
        </pc:picChg>
        <pc:picChg chg="add">
          <ac:chgData name="Sayan Paul" userId="8329a45a21671860" providerId="LiveId" clId="{614C752D-C4D4-4398-8E0E-047B232417BE}" dt="2026-10-10T11:36:06.820" v="120" actId="22"/>
          <ac:picMkLst>
            <pc:docMk/>
            <pc:sldMk cId="3191866927" sldId="260"/>
            <ac:picMk id="7" creationId="{156BDD90-2A59-AC80-9505-E5FAA30FA94F}"/>
          </ac:picMkLst>
        </pc:picChg>
      </pc:sldChg>
      <pc:sldChg chg="addSp mod">
        <pc:chgData name="Sayan Paul" userId="8329a45a21671860" providerId="LiveId" clId="{614C752D-C4D4-4398-8E0E-047B232417BE}" dt="2026-10-10T11:36:15.149" v="121" actId="22"/>
        <pc:sldMkLst>
          <pc:docMk/>
          <pc:sldMk cId="1538405651" sldId="261"/>
        </pc:sldMkLst>
        <pc:picChg chg="add">
          <ac:chgData name="Sayan Paul" userId="8329a45a21671860" providerId="LiveId" clId="{614C752D-C4D4-4398-8E0E-047B232417BE}" dt="2026-10-10T11:33:19.283" v="108" actId="22"/>
          <ac:picMkLst>
            <pc:docMk/>
            <pc:sldMk cId="1538405651" sldId="261"/>
            <ac:picMk id="4" creationId="{9EFCCDDE-CAE7-F50E-CC4A-EA0D4E8C2285}"/>
          </ac:picMkLst>
        </pc:picChg>
        <pc:picChg chg="add">
          <ac:chgData name="Sayan Paul" userId="8329a45a21671860" providerId="LiveId" clId="{614C752D-C4D4-4398-8E0E-047B232417BE}" dt="2026-10-10T11:36:15.149" v="121" actId="22"/>
          <ac:picMkLst>
            <pc:docMk/>
            <pc:sldMk cId="1538405651" sldId="261"/>
            <ac:picMk id="7" creationId="{00617E95-BADB-BC8F-5408-BF1E9C4428D4}"/>
          </ac:picMkLst>
        </pc:picChg>
      </pc:sldChg>
      <pc:sldChg chg="addSp modSp mod">
        <pc:chgData name="Sayan Paul" userId="8329a45a21671860" providerId="LiveId" clId="{614C752D-C4D4-4398-8E0E-047B232417BE}" dt="2026-10-10T11:36:19.285" v="122" actId="22"/>
        <pc:sldMkLst>
          <pc:docMk/>
          <pc:sldMk cId="3949605849" sldId="262"/>
        </pc:sldMkLst>
        <pc:spChg chg="mod">
          <ac:chgData name="Sayan Paul" userId="8329a45a21671860" providerId="LiveId" clId="{614C752D-C4D4-4398-8E0E-047B232417BE}" dt="2026-10-10T11:22:09.578" v="59" actId="1076"/>
          <ac:spMkLst>
            <pc:docMk/>
            <pc:sldMk cId="3949605849" sldId="262"/>
            <ac:spMk id="4" creationId="{196D3BC2-5A6F-58AB-2DA7-B502F26E3894}"/>
          </ac:spMkLst>
        </pc:spChg>
        <pc:picChg chg="add">
          <ac:chgData name="Sayan Paul" userId="8329a45a21671860" providerId="LiveId" clId="{614C752D-C4D4-4398-8E0E-047B232417BE}" dt="2026-10-10T11:33:14.536" v="107" actId="22"/>
          <ac:picMkLst>
            <pc:docMk/>
            <pc:sldMk cId="3949605849" sldId="262"/>
            <ac:picMk id="3" creationId="{297B747B-318D-D22D-D2B3-FCB3389A2AD3}"/>
          </ac:picMkLst>
        </pc:picChg>
        <pc:picChg chg="add">
          <ac:chgData name="Sayan Paul" userId="8329a45a21671860" providerId="LiveId" clId="{614C752D-C4D4-4398-8E0E-047B232417BE}" dt="2026-10-10T11:36:19.285" v="122" actId="22"/>
          <ac:picMkLst>
            <pc:docMk/>
            <pc:sldMk cId="3949605849" sldId="262"/>
            <ac:picMk id="7" creationId="{AA5C1F68-0FAB-7A26-40FB-F8965EEC8411}"/>
          </ac:picMkLst>
        </pc:picChg>
      </pc:sldChg>
      <pc:sldChg chg="addSp delSp modSp mod">
        <pc:chgData name="Sayan Paul" userId="8329a45a21671860" providerId="LiveId" clId="{614C752D-C4D4-4398-8E0E-047B232417BE}" dt="2026-10-10T11:37:03.152" v="129" actId="1076"/>
        <pc:sldMkLst>
          <pc:docMk/>
          <pc:sldMk cId="2070260634" sldId="263"/>
        </pc:sldMkLst>
        <pc:spChg chg="mod">
          <ac:chgData name="Sayan Paul" userId="8329a45a21671860" providerId="LiveId" clId="{614C752D-C4D4-4398-8E0E-047B232417BE}" dt="2026-10-10T05:55:04.797" v="33" actId="1076"/>
          <ac:spMkLst>
            <pc:docMk/>
            <pc:sldMk cId="2070260634" sldId="263"/>
            <ac:spMk id="3" creationId="{AD9BB275-C6E7-E097-19CB-65FC2DFE6356}"/>
          </ac:spMkLst>
        </pc:spChg>
        <pc:spChg chg="mod">
          <ac:chgData name="Sayan Paul" userId="8329a45a21671860" providerId="LiveId" clId="{614C752D-C4D4-4398-8E0E-047B232417BE}" dt="2026-10-10T05:55:12.798" v="34" actId="1076"/>
          <ac:spMkLst>
            <pc:docMk/>
            <pc:sldMk cId="2070260634" sldId="263"/>
            <ac:spMk id="5" creationId="{A00602B3-63F0-C96A-B44D-CF78AB3C87BC}"/>
          </ac:spMkLst>
        </pc:spChg>
        <pc:spChg chg="mod">
          <ac:chgData name="Sayan Paul" userId="8329a45a21671860" providerId="LiveId" clId="{614C752D-C4D4-4398-8E0E-047B232417BE}" dt="2026-10-10T05:53:57.446" v="22" actId="255"/>
          <ac:spMkLst>
            <pc:docMk/>
            <pc:sldMk cId="2070260634" sldId="263"/>
            <ac:spMk id="8" creationId="{B1933C2E-9AFD-7319-B210-682356FD93AE}"/>
          </ac:spMkLst>
        </pc:spChg>
        <pc:spChg chg="mod">
          <ac:chgData name="Sayan Paul" userId="8329a45a21671860" providerId="LiveId" clId="{614C752D-C4D4-4398-8E0E-047B232417BE}" dt="2026-10-10T05:53:57.446" v="22" actId="255"/>
          <ac:spMkLst>
            <pc:docMk/>
            <pc:sldMk cId="2070260634" sldId="263"/>
            <ac:spMk id="10" creationId="{8BE4E851-D3E8-28F4-1B3C-2C0802CEAF3C}"/>
          </ac:spMkLst>
        </pc:spChg>
        <pc:spChg chg="mod">
          <ac:chgData name="Sayan Paul" userId="8329a45a21671860" providerId="LiveId" clId="{614C752D-C4D4-4398-8E0E-047B232417BE}" dt="2026-10-10T05:51:19.314" v="3" actId="14100"/>
          <ac:spMkLst>
            <pc:docMk/>
            <pc:sldMk cId="2070260634" sldId="263"/>
            <ac:spMk id="23" creationId="{688E0529-6D48-DAB6-980D-CABA76813FE3}"/>
          </ac:spMkLst>
        </pc:spChg>
        <pc:spChg chg="mod">
          <ac:chgData name="Sayan Paul" userId="8329a45a21671860" providerId="LiveId" clId="{614C752D-C4D4-4398-8E0E-047B232417BE}" dt="2026-10-10T05:53:57.446" v="22" actId="255"/>
          <ac:spMkLst>
            <pc:docMk/>
            <pc:sldMk cId="2070260634" sldId="263"/>
            <ac:spMk id="24" creationId="{85E845FA-BF39-C6F0-800B-F33730016E84}"/>
          </ac:spMkLst>
        </pc:spChg>
        <pc:spChg chg="mod">
          <ac:chgData name="Sayan Paul" userId="8329a45a21671860" providerId="LiveId" clId="{614C752D-C4D4-4398-8E0E-047B232417BE}" dt="2026-10-10T05:53:57.446" v="22" actId="255"/>
          <ac:spMkLst>
            <pc:docMk/>
            <pc:sldMk cId="2070260634" sldId="263"/>
            <ac:spMk id="28" creationId="{098BAFEF-9F46-EEA1-EC3C-A2C914876FBF}"/>
          </ac:spMkLst>
        </pc:spChg>
        <pc:spChg chg="mod">
          <ac:chgData name="Sayan Paul" userId="8329a45a21671860" providerId="LiveId" clId="{614C752D-C4D4-4398-8E0E-047B232417BE}" dt="2026-10-10T05:53:57.446" v="22" actId="255"/>
          <ac:spMkLst>
            <pc:docMk/>
            <pc:sldMk cId="2070260634" sldId="263"/>
            <ac:spMk id="34" creationId="{039523AD-A726-474A-2852-3924DEAD1E69}"/>
          </ac:spMkLst>
        </pc:spChg>
        <pc:spChg chg="mod">
          <ac:chgData name="Sayan Paul" userId="8329a45a21671860" providerId="LiveId" clId="{614C752D-C4D4-4398-8E0E-047B232417BE}" dt="2026-10-10T05:53:57.446" v="22" actId="255"/>
          <ac:spMkLst>
            <pc:docMk/>
            <pc:sldMk cId="2070260634" sldId="263"/>
            <ac:spMk id="36" creationId="{DCE1BAC7-B1E9-2050-E60E-9F9E0742D5DC}"/>
          </ac:spMkLst>
        </pc:spChg>
        <pc:spChg chg="mod">
          <ac:chgData name="Sayan Paul" userId="8329a45a21671860" providerId="LiveId" clId="{614C752D-C4D4-4398-8E0E-047B232417BE}" dt="2026-10-10T05:53:57.446" v="22" actId="255"/>
          <ac:spMkLst>
            <pc:docMk/>
            <pc:sldMk cId="2070260634" sldId="263"/>
            <ac:spMk id="41" creationId="{E8DEA9CE-0B88-3D0C-98D7-A63837D0C8A0}"/>
          </ac:spMkLst>
        </pc:spChg>
        <pc:spChg chg="mod">
          <ac:chgData name="Sayan Paul" userId="8329a45a21671860" providerId="LiveId" clId="{614C752D-C4D4-4398-8E0E-047B232417BE}" dt="2026-10-10T05:53:57.446" v="22" actId="255"/>
          <ac:spMkLst>
            <pc:docMk/>
            <pc:sldMk cId="2070260634" sldId="263"/>
            <ac:spMk id="47" creationId="{465ECDAF-50EA-3155-13F8-B5EB71FCE118}"/>
          </ac:spMkLst>
        </pc:spChg>
        <pc:spChg chg="mod">
          <ac:chgData name="Sayan Paul" userId="8329a45a21671860" providerId="LiveId" clId="{614C752D-C4D4-4398-8E0E-047B232417BE}" dt="2026-10-10T05:53:57.446" v="22" actId="255"/>
          <ac:spMkLst>
            <pc:docMk/>
            <pc:sldMk cId="2070260634" sldId="263"/>
            <ac:spMk id="49" creationId="{5626AF24-EDED-903F-0D3A-CD3F7CC0D299}"/>
          </ac:spMkLst>
        </pc:spChg>
        <pc:spChg chg="mod">
          <ac:chgData name="Sayan Paul" userId="8329a45a21671860" providerId="LiveId" clId="{614C752D-C4D4-4398-8E0E-047B232417BE}" dt="2026-10-10T05:53:57.446" v="22" actId="255"/>
          <ac:spMkLst>
            <pc:docMk/>
            <pc:sldMk cId="2070260634" sldId="263"/>
            <ac:spMk id="51" creationId="{6D418DFA-BE94-E940-29FB-BCEABF182DF8}"/>
          </ac:spMkLst>
        </pc:spChg>
        <pc:spChg chg="mod">
          <ac:chgData name="Sayan Paul" userId="8329a45a21671860" providerId="LiveId" clId="{614C752D-C4D4-4398-8E0E-047B232417BE}" dt="2026-10-10T05:55:19.733" v="35" actId="1076"/>
          <ac:spMkLst>
            <pc:docMk/>
            <pc:sldMk cId="2070260634" sldId="263"/>
            <ac:spMk id="56" creationId="{3AC3CE11-1B73-58FF-EA9D-52CB38F23989}"/>
          </ac:spMkLst>
        </pc:spChg>
        <pc:spChg chg="add mod">
          <ac:chgData name="Sayan Paul" userId="8329a45a21671860" providerId="LiveId" clId="{614C752D-C4D4-4398-8E0E-047B232417BE}" dt="2026-10-10T05:52:57.022" v="20" actId="164"/>
          <ac:spMkLst>
            <pc:docMk/>
            <pc:sldMk cId="2070260634" sldId="263"/>
            <ac:spMk id="58" creationId="{A985A9B9-953A-695A-182C-2A3521B2969D}"/>
          </ac:spMkLst>
        </pc:spChg>
        <pc:grpChg chg="mod">
          <ac:chgData name="Sayan Paul" userId="8329a45a21671860" providerId="LiveId" clId="{614C752D-C4D4-4398-8E0E-047B232417BE}" dt="2026-10-10T05:52:57.022" v="20" actId="164"/>
          <ac:grpSpMkLst>
            <pc:docMk/>
            <pc:sldMk cId="2070260634" sldId="263"/>
            <ac:grpSpMk id="6" creationId="{A92A62AA-4491-A172-FBAF-E8E92C73B383}"/>
          </ac:grpSpMkLst>
        </pc:grpChg>
        <pc:grpChg chg="add mod">
          <ac:chgData name="Sayan Paul" userId="8329a45a21671860" providerId="LiveId" clId="{614C752D-C4D4-4398-8E0E-047B232417BE}" dt="2026-10-10T05:52:57.022" v="20" actId="164"/>
          <ac:grpSpMkLst>
            <pc:docMk/>
            <pc:sldMk cId="2070260634" sldId="263"/>
            <ac:grpSpMk id="59" creationId="{460F5145-E7C1-B4BC-3D3D-D6128777BDF2}"/>
          </ac:grpSpMkLst>
        </pc:grpChg>
        <pc:picChg chg="add del">
          <ac:chgData name="Sayan Paul" userId="8329a45a21671860" providerId="LiveId" clId="{614C752D-C4D4-4398-8E0E-047B232417BE}" dt="2026-10-10T11:36:57.715" v="128" actId="478"/>
          <ac:picMkLst>
            <pc:docMk/>
            <pc:sldMk cId="2070260634" sldId="263"/>
            <ac:picMk id="4" creationId="{5E538E12-218B-6A5A-8668-81BF88D0AE09}"/>
          </ac:picMkLst>
        </pc:picChg>
        <pc:picChg chg="add mod">
          <ac:chgData name="Sayan Paul" userId="8329a45a21671860" providerId="LiveId" clId="{614C752D-C4D4-4398-8E0E-047B232417BE}" dt="2026-10-10T11:36:28.480" v="124" actId="14100"/>
          <ac:picMkLst>
            <pc:docMk/>
            <pc:sldMk cId="2070260634" sldId="263"/>
            <ac:picMk id="55" creationId="{CC2BAC92-363A-60F9-365D-A3CB53C985CB}"/>
          </ac:picMkLst>
        </pc:picChg>
        <pc:picChg chg="add mod">
          <ac:chgData name="Sayan Paul" userId="8329a45a21671860" providerId="LiveId" clId="{614C752D-C4D4-4398-8E0E-047B232417BE}" dt="2026-10-10T11:37:03.152" v="129" actId="1076"/>
          <ac:picMkLst>
            <pc:docMk/>
            <pc:sldMk cId="2070260634" sldId="263"/>
            <ac:picMk id="60" creationId="{E808DFA5-70B5-4AF0-700B-8DF6A6EEDC4C}"/>
          </ac:picMkLst>
        </pc:picChg>
      </pc:sldChg>
      <pc:sldChg chg="addSp delSp modSp mod">
        <pc:chgData name="Sayan Paul" userId="8329a45a21671860" providerId="LiveId" clId="{614C752D-C4D4-4398-8E0E-047B232417BE}" dt="2026-10-10T11:37:32.355" v="132" actId="22"/>
        <pc:sldMkLst>
          <pc:docMk/>
          <pc:sldMk cId="2455331463" sldId="264"/>
        </pc:sldMkLst>
        <pc:spChg chg="mod">
          <ac:chgData name="Sayan Paul" userId="8329a45a21671860" providerId="LiveId" clId="{614C752D-C4D4-4398-8E0E-047B232417BE}" dt="2026-10-10T05:57:01.713" v="43" actId="113"/>
          <ac:spMkLst>
            <pc:docMk/>
            <pc:sldMk cId="2455331463" sldId="264"/>
            <ac:spMk id="37" creationId="{263680F7-8CB1-0E82-89DE-195A8AA5EA90}"/>
          </ac:spMkLst>
        </pc:spChg>
        <pc:spChg chg="mod">
          <ac:chgData name="Sayan Paul" userId="8329a45a21671860" providerId="LiveId" clId="{614C752D-C4D4-4398-8E0E-047B232417BE}" dt="2026-10-10T05:57:01.713" v="43" actId="113"/>
          <ac:spMkLst>
            <pc:docMk/>
            <pc:sldMk cId="2455331463" sldId="264"/>
            <ac:spMk id="39" creationId="{97325CA1-E5B9-DAE6-F9C5-0060DD44B334}"/>
          </ac:spMkLst>
        </pc:spChg>
        <pc:spChg chg="mod">
          <ac:chgData name="Sayan Paul" userId="8329a45a21671860" providerId="LiveId" clId="{614C752D-C4D4-4398-8E0E-047B232417BE}" dt="2026-10-10T05:56:41.067" v="41" actId="113"/>
          <ac:spMkLst>
            <pc:docMk/>
            <pc:sldMk cId="2455331463" sldId="264"/>
            <ac:spMk id="42" creationId="{4E7A8836-54FC-5E80-04D1-EAF31285BC81}"/>
          </ac:spMkLst>
        </pc:spChg>
        <pc:spChg chg="mod">
          <ac:chgData name="Sayan Paul" userId="8329a45a21671860" providerId="LiveId" clId="{614C752D-C4D4-4398-8E0E-047B232417BE}" dt="2026-10-10T05:56:41.067" v="41" actId="113"/>
          <ac:spMkLst>
            <pc:docMk/>
            <pc:sldMk cId="2455331463" sldId="264"/>
            <ac:spMk id="44" creationId="{2AE822F1-DF89-FD6E-916E-8CE344C7E22F}"/>
          </ac:spMkLst>
        </pc:spChg>
        <pc:spChg chg="mod">
          <ac:chgData name="Sayan Paul" userId="8329a45a21671860" providerId="LiveId" clId="{614C752D-C4D4-4398-8E0E-047B232417BE}" dt="2026-10-10T05:56:41.067" v="41" actId="113"/>
          <ac:spMkLst>
            <pc:docMk/>
            <pc:sldMk cId="2455331463" sldId="264"/>
            <ac:spMk id="46" creationId="{80BE320C-E85F-9F43-9005-F5C8A42FB13A}"/>
          </ac:spMkLst>
        </pc:spChg>
        <pc:spChg chg="mod">
          <ac:chgData name="Sayan Paul" userId="8329a45a21671860" providerId="LiveId" clId="{614C752D-C4D4-4398-8E0E-047B232417BE}" dt="2026-10-10T05:56:41.067" v="41" actId="113"/>
          <ac:spMkLst>
            <pc:docMk/>
            <pc:sldMk cId="2455331463" sldId="264"/>
            <ac:spMk id="48" creationId="{D7ADDF6D-F0C2-1B89-02F7-35956EC703DD}"/>
          </ac:spMkLst>
        </pc:spChg>
        <pc:spChg chg="mod">
          <ac:chgData name="Sayan Paul" userId="8329a45a21671860" providerId="LiveId" clId="{614C752D-C4D4-4398-8E0E-047B232417BE}" dt="2026-10-10T05:56:41.067" v="41" actId="113"/>
          <ac:spMkLst>
            <pc:docMk/>
            <pc:sldMk cId="2455331463" sldId="264"/>
            <ac:spMk id="50" creationId="{2F4F27F0-CA2A-982B-2130-09CD95B67B23}"/>
          </ac:spMkLst>
        </pc:spChg>
        <pc:spChg chg="mod">
          <ac:chgData name="Sayan Paul" userId="8329a45a21671860" providerId="LiveId" clId="{614C752D-C4D4-4398-8E0E-047B232417BE}" dt="2026-10-10T05:56:41.067" v="41" actId="113"/>
          <ac:spMkLst>
            <pc:docMk/>
            <pc:sldMk cId="2455331463" sldId="264"/>
            <ac:spMk id="52" creationId="{82ED45B3-3E6F-B37F-5E29-56E92D83263F}"/>
          </ac:spMkLst>
        </pc:spChg>
        <pc:spChg chg="mod">
          <ac:chgData name="Sayan Paul" userId="8329a45a21671860" providerId="LiveId" clId="{614C752D-C4D4-4398-8E0E-047B232417BE}" dt="2026-10-10T05:56:41.067" v="41" actId="113"/>
          <ac:spMkLst>
            <pc:docMk/>
            <pc:sldMk cId="2455331463" sldId="264"/>
            <ac:spMk id="54" creationId="{6C23ADFA-ABB0-1B11-26CB-C146A398EADD}"/>
          </ac:spMkLst>
        </pc:spChg>
        <pc:spChg chg="mod">
          <ac:chgData name="Sayan Paul" userId="8329a45a21671860" providerId="LiveId" clId="{614C752D-C4D4-4398-8E0E-047B232417BE}" dt="2026-10-10T05:57:01.713" v="43" actId="113"/>
          <ac:spMkLst>
            <pc:docMk/>
            <pc:sldMk cId="2455331463" sldId="264"/>
            <ac:spMk id="56" creationId="{A2261CBB-D7E6-A775-7A2F-B743E911E6E5}"/>
          </ac:spMkLst>
        </pc:spChg>
        <pc:spChg chg="mod">
          <ac:chgData name="Sayan Paul" userId="8329a45a21671860" providerId="LiveId" clId="{614C752D-C4D4-4398-8E0E-047B232417BE}" dt="2026-10-10T05:57:01.713" v="43" actId="113"/>
          <ac:spMkLst>
            <pc:docMk/>
            <pc:sldMk cId="2455331463" sldId="264"/>
            <ac:spMk id="58" creationId="{29BACDD2-5416-14A6-5468-E8EA4DAC04ED}"/>
          </ac:spMkLst>
        </pc:spChg>
        <pc:spChg chg="mod">
          <ac:chgData name="Sayan Paul" userId="8329a45a21671860" providerId="LiveId" clId="{614C752D-C4D4-4398-8E0E-047B232417BE}" dt="2026-10-10T05:57:01.713" v="43" actId="113"/>
          <ac:spMkLst>
            <pc:docMk/>
            <pc:sldMk cId="2455331463" sldId="264"/>
            <ac:spMk id="60" creationId="{52E631CD-A180-BA4E-7159-F03C7A909CD5}"/>
          </ac:spMkLst>
        </pc:spChg>
        <pc:spChg chg="mod">
          <ac:chgData name="Sayan Paul" userId="8329a45a21671860" providerId="LiveId" clId="{614C752D-C4D4-4398-8E0E-047B232417BE}" dt="2026-10-10T05:57:01.713" v="43" actId="113"/>
          <ac:spMkLst>
            <pc:docMk/>
            <pc:sldMk cId="2455331463" sldId="264"/>
            <ac:spMk id="62" creationId="{B8340FB7-0FF6-8611-988D-3B257546404E}"/>
          </ac:spMkLst>
        </pc:spChg>
        <pc:spChg chg="mod">
          <ac:chgData name="Sayan Paul" userId="8329a45a21671860" providerId="LiveId" clId="{614C752D-C4D4-4398-8E0E-047B232417BE}" dt="2026-10-10T05:57:48.728" v="49" actId="207"/>
          <ac:spMkLst>
            <pc:docMk/>
            <pc:sldMk cId="2455331463" sldId="264"/>
            <ac:spMk id="64" creationId="{E9181B6C-3AFF-52A5-BB22-B8E872E22D44}"/>
          </ac:spMkLst>
        </pc:spChg>
        <pc:spChg chg="add mod">
          <ac:chgData name="Sayan Paul" userId="8329a45a21671860" providerId="LiveId" clId="{614C752D-C4D4-4398-8E0E-047B232417BE}" dt="2026-10-10T05:56:08.619" v="37" actId="1076"/>
          <ac:spMkLst>
            <pc:docMk/>
            <pc:sldMk cId="2455331463" sldId="264"/>
            <ac:spMk id="66" creationId="{58E87752-5491-2F4D-B421-22503CE0F5E4}"/>
          </ac:spMkLst>
        </pc:spChg>
        <pc:picChg chg="add del">
          <ac:chgData name="Sayan Paul" userId="8329a45a21671860" providerId="LiveId" clId="{614C752D-C4D4-4398-8E0E-047B232417BE}" dt="2026-10-10T11:37:31.281" v="131" actId="478"/>
          <ac:picMkLst>
            <pc:docMk/>
            <pc:sldMk cId="2455331463" sldId="264"/>
            <ac:picMk id="4" creationId="{C19AF8CA-A286-2A6E-94BA-4B6B2CCB3057}"/>
          </ac:picMkLst>
        </pc:picChg>
        <pc:picChg chg="add">
          <ac:chgData name="Sayan Paul" userId="8329a45a21671860" providerId="LiveId" clId="{614C752D-C4D4-4398-8E0E-047B232417BE}" dt="2026-10-10T11:37:22.328" v="130" actId="22"/>
          <ac:picMkLst>
            <pc:docMk/>
            <pc:sldMk cId="2455331463" sldId="264"/>
            <ac:picMk id="6" creationId="{CD73D557-B1CC-92F8-1173-BD84D32E3820}"/>
          </ac:picMkLst>
        </pc:picChg>
        <pc:picChg chg="add">
          <ac:chgData name="Sayan Paul" userId="8329a45a21671860" providerId="LiveId" clId="{614C752D-C4D4-4398-8E0E-047B232417BE}" dt="2026-10-10T11:37:32.355" v="132" actId="22"/>
          <ac:picMkLst>
            <pc:docMk/>
            <pc:sldMk cId="2455331463" sldId="264"/>
            <ac:picMk id="8" creationId="{9CEF568D-B73E-9120-D50D-191F81D3D384}"/>
          </ac:picMkLst>
        </pc:picChg>
      </pc:sldChg>
      <pc:sldChg chg="addSp mod">
        <pc:chgData name="Sayan Paul" userId="8329a45a21671860" providerId="LiveId" clId="{614C752D-C4D4-4398-8E0E-047B232417BE}" dt="2026-10-10T11:38:10.576" v="133" actId="22"/>
        <pc:sldMkLst>
          <pc:docMk/>
          <pc:sldMk cId="343147944" sldId="265"/>
        </pc:sldMkLst>
        <pc:picChg chg="add">
          <ac:chgData name="Sayan Paul" userId="8329a45a21671860" providerId="LiveId" clId="{614C752D-C4D4-4398-8E0E-047B232417BE}" dt="2026-10-10T11:32:52.248" v="104" actId="22"/>
          <ac:picMkLst>
            <pc:docMk/>
            <pc:sldMk cId="343147944" sldId="265"/>
            <ac:picMk id="4" creationId="{19E9F32F-8F85-75F4-25BA-EAAE583431BC}"/>
          </ac:picMkLst>
        </pc:picChg>
        <pc:picChg chg="add">
          <ac:chgData name="Sayan Paul" userId="8329a45a21671860" providerId="LiveId" clId="{614C752D-C4D4-4398-8E0E-047B232417BE}" dt="2026-10-10T11:38:10.576" v="133" actId="22"/>
          <ac:picMkLst>
            <pc:docMk/>
            <pc:sldMk cId="343147944" sldId="265"/>
            <ac:picMk id="7" creationId="{97413A8A-F257-EB7F-2588-5AACE74DF427}"/>
          </ac:picMkLst>
        </pc:picChg>
      </pc:sldChg>
      <pc:sldChg chg="addSp mod">
        <pc:chgData name="Sayan Paul" userId="8329a45a21671860" providerId="LiveId" clId="{614C752D-C4D4-4398-8E0E-047B232417BE}" dt="2026-10-10T11:38:21.223" v="134" actId="22"/>
        <pc:sldMkLst>
          <pc:docMk/>
          <pc:sldMk cId="1156077290" sldId="266"/>
        </pc:sldMkLst>
        <pc:picChg chg="add">
          <ac:chgData name="Sayan Paul" userId="8329a45a21671860" providerId="LiveId" clId="{614C752D-C4D4-4398-8E0E-047B232417BE}" dt="2026-10-10T11:32:46.318" v="103" actId="22"/>
          <ac:picMkLst>
            <pc:docMk/>
            <pc:sldMk cId="1156077290" sldId="266"/>
            <ac:picMk id="4" creationId="{735BCEF6-80CE-B738-9A73-B558E901943A}"/>
          </ac:picMkLst>
        </pc:picChg>
        <pc:picChg chg="add">
          <ac:chgData name="Sayan Paul" userId="8329a45a21671860" providerId="LiveId" clId="{614C752D-C4D4-4398-8E0E-047B232417BE}" dt="2026-10-10T11:38:21.223" v="134" actId="22"/>
          <ac:picMkLst>
            <pc:docMk/>
            <pc:sldMk cId="1156077290" sldId="266"/>
            <ac:picMk id="7" creationId="{D4849210-311F-AC8C-069D-BC7AE1C93E10}"/>
          </ac:picMkLst>
        </pc:picChg>
      </pc:sldChg>
      <pc:sldChg chg="addSp delSp modSp mod">
        <pc:chgData name="Sayan Paul" userId="8329a45a21671860" providerId="LiveId" clId="{614C752D-C4D4-4398-8E0E-047B232417BE}" dt="2026-10-10T11:39:00.113" v="140" actId="1076"/>
        <pc:sldMkLst>
          <pc:docMk/>
          <pc:sldMk cId="3921529011" sldId="268"/>
        </pc:sldMkLst>
        <pc:picChg chg="add del">
          <ac:chgData name="Sayan Paul" userId="8329a45a21671860" providerId="LiveId" clId="{614C752D-C4D4-4398-8E0E-047B232417BE}" dt="2026-10-10T11:38:45.181" v="135" actId="478"/>
          <ac:picMkLst>
            <pc:docMk/>
            <pc:sldMk cId="3921529011" sldId="268"/>
            <ac:picMk id="4" creationId="{5639254E-0C13-E212-5DF7-FD179F5F1F33}"/>
          </ac:picMkLst>
        </pc:picChg>
        <pc:picChg chg="add">
          <ac:chgData name="Sayan Paul" userId="8329a45a21671860" providerId="LiveId" clId="{614C752D-C4D4-4398-8E0E-047B232417BE}" dt="2026-10-10T11:38:46.926" v="136" actId="22"/>
          <ac:picMkLst>
            <pc:docMk/>
            <pc:sldMk cId="3921529011" sldId="268"/>
            <ac:picMk id="8" creationId="{DC0F1249-203F-278A-24EF-8748B1F49FDD}"/>
          </ac:picMkLst>
        </pc:picChg>
        <pc:picChg chg="add mod">
          <ac:chgData name="Sayan Paul" userId="8329a45a21671860" providerId="LiveId" clId="{614C752D-C4D4-4398-8E0E-047B232417BE}" dt="2026-10-10T11:39:00.113" v="140" actId="1076"/>
          <ac:picMkLst>
            <pc:docMk/>
            <pc:sldMk cId="3921529011" sldId="268"/>
            <ac:picMk id="10" creationId="{00C614B1-BE8B-9BEC-8361-D9BDF001CE49}"/>
          </ac:picMkLst>
        </pc:picChg>
      </pc:sldChg>
      <pc:sldChg chg="addSp delSp modSp mod">
        <pc:chgData name="Sayan Paul" userId="8329a45a21671860" providerId="LiveId" clId="{614C752D-C4D4-4398-8E0E-047B232417BE}" dt="2026-10-10T11:40:21.273" v="151" actId="196"/>
        <pc:sldMkLst>
          <pc:docMk/>
          <pc:sldMk cId="4169624419" sldId="269"/>
        </pc:sldMkLst>
        <pc:picChg chg="add del mod">
          <ac:chgData name="Sayan Paul" userId="8329a45a21671860" providerId="LiveId" clId="{614C752D-C4D4-4398-8E0E-047B232417BE}" dt="2026-10-10T11:40:10.486" v="147" actId="478"/>
          <ac:picMkLst>
            <pc:docMk/>
            <pc:sldMk cId="4169624419" sldId="269"/>
            <ac:picMk id="4" creationId="{0A323169-690C-3941-7262-0D876C618000}"/>
          </ac:picMkLst>
        </pc:picChg>
        <pc:picChg chg="add">
          <ac:chgData name="Sayan Paul" userId="8329a45a21671860" providerId="LiveId" clId="{614C752D-C4D4-4398-8E0E-047B232417BE}" dt="2026-10-10T11:40:11.522" v="148" actId="22"/>
          <ac:picMkLst>
            <pc:docMk/>
            <pc:sldMk cId="4169624419" sldId="269"/>
            <ac:picMk id="8" creationId="{A27F5C8E-F9CF-3285-EC00-180406FEEDDF}"/>
          </ac:picMkLst>
        </pc:picChg>
        <pc:picChg chg="add mod">
          <ac:chgData name="Sayan Paul" userId="8329a45a21671860" providerId="LiveId" clId="{614C752D-C4D4-4398-8E0E-047B232417BE}" dt="2026-10-10T11:40:21.273" v="151" actId="196"/>
          <ac:picMkLst>
            <pc:docMk/>
            <pc:sldMk cId="4169624419" sldId="269"/>
            <ac:picMk id="10" creationId="{8F1F06C6-58B9-8089-E3B8-05EAE9AD0BD0}"/>
          </ac:picMkLst>
        </pc:picChg>
      </pc:sldChg>
      <pc:sldChg chg="addSp modSp mod">
        <pc:chgData name="Sayan Paul" userId="8329a45a21671860" providerId="LiveId" clId="{614C752D-C4D4-4398-8E0E-047B232417BE}" dt="2026-10-10T11:39:24.944" v="144" actId="196"/>
        <pc:sldMkLst>
          <pc:docMk/>
          <pc:sldMk cId="274436556" sldId="270"/>
        </pc:sldMkLst>
        <pc:picChg chg="add">
          <ac:chgData name="Sayan Paul" userId="8329a45a21671860" providerId="LiveId" clId="{614C752D-C4D4-4398-8E0E-047B232417BE}" dt="2026-10-10T11:32:20.300" v="99" actId="22"/>
          <ac:picMkLst>
            <pc:docMk/>
            <pc:sldMk cId="274436556" sldId="270"/>
            <ac:picMk id="4" creationId="{ABE37123-2E3E-CF9C-E112-50C52C861AD2}"/>
          </ac:picMkLst>
        </pc:picChg>
        <pc:picChg chg="add mod">
          <ac:chgData name="Sayan Paul" userId="8329a45a21671860" providerId="LiveId" clId="{614C752D-C4D4-4398-8E0E-047B232417BE}" dt="2026-10-10T11:39:24.944" v="144" actId="196"/>
          <ac:picMkLst>
            <pc:docMk/>
            <pc:sldMk cId="274436556" sldId="270"/>
            <ac:picMk id="7" creationId="{0AF14881-1086-AD95-31EF-A7B93C43C181}"/>
          </ac:picMkLst>
        </pc:picChg>
      </pc:sldChg>
      <pc:sldChg chg="addSp delSp modSp mod">
        <pc:chgData name="Sayan Paul" userId="8329a45a21671860" providerId="LiveId" clId="{614C752D-C4D4-4398-8E0E-047B232417BE}" dt="2026-10-10T11:48:21.264" v="169" actId="1076"/>
        <pc:sldMkLst>
          <pc:docMk/>
          <pc:sldMk cId="406869844" sldId="271"/>
        </pc:sldMkLst>
        <pc:spChg chg="mod">
          <ac:chgData name="Sayan Paul" userId="8329a45a21671860" providerId="LiveId" clId="{614C752D-C4D4-4398-8E0E-047B232417BE}" dt="2026-10-10T11:48:15.554" v="168" actId="14100"/>
          <ac:spMkLst>
            <pc:docMk/>
            <pc:sldMk cId="406869844" sldId="271"/>
            <ac:spMk id="6" creationId="{EB33A58D-A9B0-12CC-459D-AE5352D83530}"/>
          </ac:spMkLst>
        </pc:spChg>
        <pc:picChg chg="add del">
          <ac:chgData name="Sayan Paul" userId="8329a45a21671860" providerId="LiveId" clId="{614C752D-C4D4-4398-8E0E-047B232417BE}" dt="2026-10-10T11:40:45.345" v="157" actId="478"/>
          <ac:picMkLst>
            <pc:docMk/>
            <pc:sldMk cId="406869844" sldId="271"/>
            <ac:picMk id="3" creationId="{9BA49492-280A-A38D-D9A6-C800C062089D}"/>
          </ac:picMkLst>
        </pc:picChg>
        <pc:picChg chg="add mod">
          <ac:chgData name="Sayan Paul" userId="8329a45a21671860" providerId="LiveId" clId="{614C752D-C4D4-4398-8E0E-047B232417BE}" dt="2026-10-10T11:48:21.264" v="169" actId="1076"/>
          <ac:picMkLst>
            <pc:docMk/>
            <pc:sldMk cId="406869844" sldId="271"/>
            <ac:picMk id="7" creationId="{56194175-DFF6-1EFC-9E4D-2E2C3EF6D735}"/>
          </ac:picMkLst>
        </pc:picChg>
        <pc:picChg chg="add mod">
          <ac:chgData name="Sayan Paul" userId="8329a45a21671860" providerId="LiveId" clId="{614C752D-C4D4-4398-8E0E-047B232417BE}" dt="2026-10-10T11:40:52.269" v="158" actId="1076"/>
          <ac:picMkLst>
            <pc:docMk/>
            <pc:sldMk cId="406869844" sldId="271"/>
            <ac:picMk id="9" creationId="{04320AA0-8149-EE61-AD08-A7EEF664773E}"/>
          </ac:picMkLst>
        </pc:picChg>
      </pc:sldChg>
      <pc:sldChg chg="addSp modSp mod">
        <pc:chgData name="Sayan Paul" userId="8329a45a21671860" providerId="LiveId" clId="{614C752D-C4D4-4398-8E0E-047B232417BE}" dt="2026-10-10T11:41:09.446" v="162" actId="1076"/>
        <pc:sldMkLst>
          <pc:docMk/>
          <pc:sldMk cId="3769621140" sldId="272"/>
        </pc:sldMkLst>
        <pc:picChg chg="add">
          <ac:chgData name="Sayan Paul" userId="8329a45a21671860" providerId="LiveId" clId="{614C752D-C4D4-4398-8E0E-047B232417BE}" dt="2026-10-10T11:32:03.601" v="97" actId="22"/>
          <ac:picMkLst>
            <pc:docMk/>
            <pc:sldMk cId="3769621140" sldId="272"/>
            <ac:picMk id="4" creationId="{3DB37B76-22D0-5D69-DEF4-EE3024785D49}"/>
          </ac:picMkLst>
        </pc:picChg>
        <pc:picChg chg="add mod">
          <ac:chgData name="Sayan Paul" userId="8329a45a21671860" providerId="LiveId" clId="{614C752D-C4D4-4398-8E0E-047B232417BE}" dt="2026-10-10T11:41:09.446" v="162" actId="1076"/>
          <ac:picMkLst>
            <pc:docMk/>
            <pc:sldMk cId="3769621140" sldId="272"/>
            <ac:picMk id="7" creationId="{ADDEA3CD-D8B0-E388-FF4D-337DB3CDB464}"/>
          </ac:picMkLst>
        </pc:picChg>
      </pc:sldChg>
      <pc:sldChg chg="addSp delSp modSp mod">
        <pc:chgData name="Sayan Paul" userId="8329a45a21671860" providerId="LiveId" clId="{614C752D-C4D4-4398-8E0E-047B232417BE}" dt="2026-10-10T11:41:21.924" v="163" actId="22"/>
        <pc:sldMkLst>
          <pc:docMk/>
          <pc:sldMk cId="2888930891" sldId="273"/>
        </pc:sldMkLst>
        <pc:spChg chg="mod">
          <ac:chgData name="Sayan Paul" userId="8329a45a21671860" providerId="LiveId" clId="{614C752D-C4D4-4398-8E0E-047B232417BE}" dt="2026-10-10T11:21:16.515" v="58" actId="20577"/>
          <ac:spMkLst>
            <pc:docMk/>
            <pc:sldMk cId="2888930891" sldId="273"/>
            <ac:spMk id="5" creationId="{0B0946EC-4030-01D1-E372-5A2A18D9A628}"/>
          </ac:spMkLst>
        </pc:spChg>
        <pc:picChg chg="add">
          <ac:chgData name="Sayan Paul" userId="8329a45a21671860" providerId="LiveId" clId="{614C752D-C4D4-4398-8E0E-047B232417BE}" dt="2026-10-10T11:31:59.560" v="96" actId="22"/>
          <ac:picMkLst>
            <pc:docMk/>
            <pc:sldMk cId="2888930891" sldId="273"/>
            <ac:picMk id="4" creationId="{0D7E5025-8269-8B8B-483E-393451C677E0}"/>
          </ac:picMkLst>
        </pc:picChg>
        <pc:picChg chg="add del">
          <ac:chgData name="Sayan Paul" userId="8329a45a21671860" providerId="LiveId" clId="{614C752D-C4D4-4398-8E0E-047B232417BE}" dt="2026-10-10T11:39:40.022" v="146" actId="22"/>
          <ac:picMkLst>
            <pc:docMk/>
            <pc:sldMk cId="2888930891" sldId="273"/>
            <ac:picMk id="7" creationId="{31F36EAE-495E-AAA5-7A82-A83C65F4A0DA}"/>
          </ac:picMkLst>
        </pc:picChg>
        <pc:picChg chg="add">
          <ac:chgData name="Sayan Paul" userId="8329a45a21671860" providerId="LiveId" clId="{614C752D-C4D4-4398-8E0E-047B232417BE}" dt="2026-10-10T11:41:21.924" v="163" actId="22"/>
          <ac:picMkLst>
            <pc:docMk/>
            <pc:sldMk cId="2888930891" sldId="273"/>
            <ac:picMk id="9" creationId="{2AD41D83-85BF-7185-C266-C60786F0F9F4}"/>
          </ac:picMkLst>
        </pc:picChg>
      </pc:sldChg>
      <pc:sldChg chg="addSp delSp modSp mod">
        <pc:chgData name="Sayan Paul" userId="8329a45a21671860" providerId="LiveId" clId="{614C752D-C4D4-4398-8E0E-047B232417BE}" dt="2026-10-10T11:41:28.183" v="164" actId="22"/>
        <pc:sldMkLst>
          <pc:docMk/>
          <pc:sldMk cId="4198554493" sldId="274"/>
        </pc:sldMkLst>
        <pc:picChg chg="add del mod">
          <ac:chgData name="Sayan Paul" userId="8329a45a21671860" providerId="LiveId" clId="{614C752D-C4D4-4398-8E0E-047B232417BE}" dt="2026-10-10T11:31:12.688" v="93" actId="478"/>
          <ac:picMkLst>
            <pc:docMk/>
            <pc:sldMk cId="4198554493" sldId="274"/>
            <ac:picMk id="4" creationId="{29DD9DC8-152F-AC21-D21A-3A7C8D1351C5}"/>
          </ac:picMkLst>
        </pc:picChg>
        <pc:picChg chg="add mod">
          <ac:chgData name="Sayan Paul" userId="8329a45a21671860" providerId="LiveId" clId="{614C752D-C4D4-4398-8E0E-047B232417BE}" dt="2026-10-10T11:31:29.871" v="95" actId="14100"/>
          <ac:picMkLst>
            <pc:docMk/>
            <pc:sldMk cId="4198554493" sldId="274"/>
            <ac:picMk id="6" creationId="{63BB908C-F070-1C27-5231-2A7D3AE01A58}"/>
          </ac:picMkLst>
        </pc:picChg>
        <pc:picChg chg="add">
          <ac:chgData name="Sayan Paul" userId="8329a45a21671860" providerId="LiveId" clId="{614C752D-C4D4-4398-8E0E-047B232417BE}" dt="2026-10-10T11:41:28.183" v="164" actId="22"/>
          <ac:picMkLst>
            <pc:docMk/>
            <pc:sldMk cId="4198554493" sldId="274"/>
            <ac:picMk id="8" creationId="{A4E936CD-E068-E137-35DC-D83D5DE0F126}"/>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8329a45a21671860/Documents/DIGICROME/Intern_1/I_1/Copy%20of%20Moto_datas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8329a45a21671860/Documents/DIGICROME/Intern_1/I_1/Copy%20of%20Moto_dataset.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sng" strike="noStrike" kern="1200" cap="all" spc="120" normalizeH="0" baseline="0">
                <a:solidFill>
                  <a:sysClr val="windowText" lastClr="000000"/>
                </a:solidFill>
                <a:latin typeface="+mn-lt"/>
                <a:ea typeface="+mn-ea"/>
                <a:cs typeface="+mn-cs"/>
              </a:defRPr>
            </a:pPr>
            <a:r>
              <a:rPr lang="en-IN" u="sng">
                <a:solidFill>
                  <a:sysClr val="windowText" lastClr="000000"/>
                </a:solidFill>
              </a:rPr>
              <a:t>Historical and Forecasted Total User Demand</a:t>
            </a:r>
          </a:p>
        </c:rich>
      </c:tx>
      <c:overlay val="0"/>
      <c:spPr>
        <a:noFill/>
        <a:ln>
          <a:noFill/>
        </a:ln>
        <a:effectLst/>
      </c:spPr>
      <c:txPr>
        <a:bodyPr rot="0" spcFirstLastPara="1" vertOverflow="ellipsis" vert="horz" wrap="square" anchor="ctr" anchorCtr="1"/>
        <a:lstStyle/>
        <a:p>
          <a:pPr>
            <a:defRPr sz="1600" b="1" i="0" u="sng" strike="noStrike" kern="1200" cap="all" spc="120" normalizeH="0" baseline="0">
              <a:solidFill>
                <a:sysClr val="windowText" lastClr="000000"/>
              </a:solidFill>
              <a:latin typeface="+mn-lt"/>
              <a:ea typeface="+mn-ea"/>
              <a:cs typeface="+mn-cs"/>
            </a:defRPr>
          </a:pPr>
          <a:endParaRPr lang="en-US"/>
        </a:p>
      </c:txPr>
    </c:title>
    <c:autoTitleDeleted val="0"/>
    <c:plotArea>
      <c:layout/>
      <c:lineChart>
        <c:grouping val="standard"/>
        <c:varyColors val="0"/>
        <c:ser>
          <c:idx val="0"/>
          <c:order val="0"/>
          <c:tx>
            <c:strRef>
              <c:f>Demand_Forecast!$B$1</c:f>
              <c:strCache>
                <c:ptCount val="1"/>
                <c:pt idx="0">
                  <c:v>Total Demand</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val>
            <c:numRef>
              <c:f>Demand_Forecast!$B$2:$B$61</c:f>
              <c:numCache>
                <c:formatCode>0</c:formatCode>
                <c:ptCount val="60"/>
                <c:pt idx="0">
                  <c:v>985</c:v>
                </c:pt>
                <c:pt idx="1">
                  <c:v>801</c:v>
                </c:pt>
                <c:pt idx="2">
                  <c:v>1349</c:v>
                </c:pt>
                <c:pt idx="3">
                  <c:v>1562</c:v>
                </c:pt>
                <c:pt idx="4">
                  <c:v>1600</c:v>
                </c:pt>
                <c:pt idx="5">
                  <c:v>1606</c:v>
                </c:pt>
                <c:pt idx="6">
                  <c:v>1510</c:v>
                </c:pt>
                <c:pt idx="7">
                  <c:v>959</c:v>
                </c:pt>
                <c:pt idx="8">
                  <c:v>822</c:v>
                </c:pt>
                <c:pt idx="9">
                  <c:v>1321</c:v>
                </c:pt>
                <c:pt idx="10">
                  <c:v>1263</c:v>
                </c:pt>
                <c:pt idx="11">
                  <c:v>1162</c:v>
                </c:pt>
                <c:pt idx="12">
                  <c:v>1406</c:v>
                </c:pt>
                <c:pt idx="13">
                  <c:v>1421</c:v>
                </c:pt>
                <c:pt idx="14">
                  <c:v>1248</c:v>
                </c:pt>
                <c:pt idx="15">
                  <c:v>1204</c:v>
                </c:pt>
                <c:pt idx="16">
                  <c:v>1000</c:v>
                </c:pt>
                <c:pt idx="17">
                  <c:v>683</c:v>
                </c:pt>
                <c:pt idx="18">
                  <c:v>1650</c:v>
                </c:pt>
                <c:pt idx="19">
                  <c:v>1927</c:v>
                </c:pt>
                <c:pt idx="20">
                  <c:v>1543</c:v>
                </c:pt>
                <c:pt idx="21">
                  <c:v>981</c:v>
                </c:pt>
                <c:pt idx="22">
                  <c:v>986</c:v>
                </c:pt>
                <c:pt idx="23">
                  <c:v>1416</c:v>
                </c:pt>
                <c:pt idx="24">
                  <c:v>1985</c:v>
                </c:pt>
                <c:pt idx="25">
                  <c:v>506</c:v>
                </c:pt>
                <c:pt idx="26">
                  <c:v>431</c:v>
                </c:pt>
                <c:pt idx="27">
                  <c:v>1167</c:v>
                </c:pt>
                <c:pt idx="28">
                  <c:v>1098</c:v>
                </c:pt>
                <c:pt idx="29">
                  <c:v>1096</c:v>
                </c:pt>
                <c:pt idx="30">
                  <c:v>1501</c:v>
                </c:pt>
                <c:pt idx="31">
                  <c:v>1360</c:v>
                </c:pt>
                <c:pt idx="32">
                  <c:v>1526</c:v>
                </c:pt>
                <c:pt idx="33">
                  <c:v>1550</c:v>
                </c:pt>
                <c:pt idx="34">
                  <c:v>1708</c:v>
                </c:pt>
                <c:pt idx="35">
                  <c:v>1005</c:v>
                </c:pt>
                <c:pt idx="36">
                  <c:v>1623</c:v>
                </c:pt>
                <c:pt idx="37">
                  <c:v>1712</c:v>
                </c:pt>
                <c:pt idx="38">
                  <c:v>1530</c:v>
                </c:pt>
                <c:pt idx="39">
                  <c:v>1605</c:v>
                </c:pt>
                <c:pt idx="40">
                  <c:v>1538</c:v>
                </c:pt>
                <c:pt idx="41">
                  <c:v>1746</c:v>
                </c:pt>
                <c:pt idx="42">
                  <c:v>1472</c:v>
                </c:pt>
                <c:pt idx="43">
                  <c:v>1589</c:v>
                </c:pt>
                <c:pt idx="44">
                  <c:v>151</c:v>
                </c:pt>
              </c:numCache>
            </c:numRef>
          </c:val>
          <c:smooth val="0"/>
          <c:extLst>
            <c:ext xmlns:c16="http://schemas.microsoft.com/office/drawing/2014/chart" uri="{C3380CC4-5D6E-409C-BE32-E72D297353CC}">
              <c16:uniqueId val="{00000000-4A4B-41F3-8712-7AAB67214D05}"/>
            </c:ext>
          </c:extLst>
        </c:ser>
        <c:ser>
          <c:idx val="1"/>
          <c:order val="1"/>
          <c:tx>
            <c:strRef>
              <c:f>Demand_Forecast!$C$1</c:f>
              <c:strCache>
                <c:ptCount val="1"/>
                <c:pt idx="0">
                  <c:v>Forecast(Total Demand)</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cat>
            <c:numRef>
              <c:f>Demand_Forecast!$A$2:$A$61</c:f>
              <c:numCache>
                <c:formatCode>m/d/yyyy</c:formatCode>
                <c:ptCount val="60"/>
                <c:pt idx="0">
                  <c:v>40544</c:v>
                </c:pt>
                <c:pt idx="1">
                  <c:v>40545</c:v>
                </c:pt>
                <c:pt idx="2">
                  <c:v>40546</c:v>
                </c:pt>
                <c:pt idx="3">
                  <c:v>40547</c:v>
                </c:pt>
                <c:pt idx="4">
                  <c:v>40548</c:v>
                </c:pt>
                <c:pt idx="5">
                  <c:v>40549</c:v>
                </c:pt>
                <c:pt idx="6">
                  <c:v>40550</c:v>
                </c:pt>
                <c:pt idx="7">
                  <c:v>40551</c:v>
                </c:pt>
                <c:pt idx="8">
                  <c:v>40552</c:v>
                </c:pt>
                <c:pt idx="9">
                  <c:v>40553</c:v>
                </c:pt>
                <c:pt idx="10">
                  <c:v>40554</c:v>
                </c:pt>
                <c:pt idx="11">
                  <c:v>40555</c:v>
                </c:pt>
                <c:pt idx="12">
                  <c:v>40556</c:v>
                </c:pt>
                <c:pt idx="13">
                  <c:v>40557</c:v>
                </c:pt>
                <c:pt idx="14">
                  <c:v>40558</c:v>
                </c:pt>
                <c:pt idx="15">
                  <c:v>40559</c:v>
                </c:pt>
                <c:pt idx="16">
                  <c:v>40560</c:v>
                </c:pt>
                <c:pt idx="17">
                  <c:v>40561</c:v>
                </c:pt>
                <c:pt idx="18">
                  <c:v>40562</c:v>
                </c:pt>
                <c:pt idx="19">
                  <c:v>40563</c:v>
                </c:pt>
                <c:pt idx="20">
                  <c:v>40564</c:v>
                </c:pt>
                <c:pt idx="21">
                  <c:v>40565</c:v>
                </c:pt>
                <c:pt idx="22">
                  <c:v>40566</c:v>
                </c:pt>
                <c:pt idx="23">
                  <c:v>40567</c:v>
                </c:pt>
                <c:pt idx="24">
                  <c:v>40568</c:v>
                </c:pt>
                <c:pt idx="25">
                  <c:v>40569</c:v>
                </c:pt>
                <c:pt idx="26">
                  <c:v>40570</c:v>
                </c:pt>
                <c:pt idx="27">
                  <c:v>40571</c:v>
                </c:pt>
                <c:pt idx="28">
                  <c:v>40572</c:v>
                </c:pt>
                <c:pt idx="29">
                  <c:v>40573</c:v>
                </c:pt>
                <c:pt idx="30">
                  <c:v>40574</c:v>
                </c:pt>
                <c:pt idx="31">
                  <c:v>40575</c:v>
                </c:pt>
                <c:pt idx="32">
                  <c:v>40576</c:v>
                </c:pt>
                <c:pt idx="33">
                  <c:v>40577</c:v>
                </c:pt>
                <c:pt idx="34">
                  <c:v>40578</c:v>
                </c:pt>
                <c:pt idx="35">
                  <c:v>40579</c:v>
                </c:pt>
                <c:pt idx="36">
                  <c:v>40580</c:v>
                </c:pt>
                <c:pt idx="37">
                  <c:v>40581</c:v>
                </c:pt>
                <c:pt idx="38">
                  <c:v>40582</c:v>
                </c:pt>
                <c:pt idx="39">
                  <c:v>40583</c:v>
                </c:pt>
                <c:pt idx="40">
                  <c:v>40584</c:v>
                </c:pt>
                <c:pt idx="41">
                  <c:v>40585</c:v>
                </c:pt>
                <c:pt idx="42">
                  <c:v>40586</c:v>
                </c:pt>
                <c:pt idx="43">
                  <c:v>40587</c:v>
                </c:pt>
                <c:pt idx="44">
                  <c:v>40588</c:v>
                </c:pt>
                <c:pt idx="45">
                  <c:v>40589</c:v>
                </c:pt>
                <c:pt idx="46">
                  <c:v>40590</c:v>
                </c:pt>
                <c:pt idx="47">
                  <c:v>40591</c:v>
                </c:pt>
                <c:pt idx="48">
                  <c:v>40592</c:v>
                </c:pt>
                <c:pt idx="49">
                  <c:v>40593</c:v>
                </c:pt>
                <c:pt idx="50">
                  <c:v>40594</c:v>
                </c:pt>
                <c:pt idx="51">
                  <c:v>40595</c:v>
                </c:pt>
                <c:pt idx="52">
                  <c:v>40596</c:v>
                </c:pt>
                <c:pt idx="53">
                  <c:v>40597</c:v>
                </c:pt>
                <c:pt idx="54">
                  <c:v>40598</c:v>
                </c:pt>
                <c:pt idx="55">
                  <c:v>40599</c:v>
                </c:pt>
                <c:pt idx="56">
                  <c:v>40600</c:v>
                </c:pt>
                <c:pt idx="57">
                  <c:v>40601</c:v>
                </c:pt>
                <c:pt idx="58">
                  <c:v>40602</c:v>
                </c:pt>
                <c:pt idx="59">
                  <c:v>40603</c:v>
                </c:pt>
              </c:numCache>
            </c:numRef>
          </c:cat>
          <c:val>
            <c:numRef>
              <c:f>Demand_Forecast!$C$2:$C$61</c:f>
              <c:numCache>
                <c:formatCode>General</c:formatCode>
                <c:ptCount val="60"/>
                <c:pt idx="44" formatCode="0">
                  <c:v>151</c:v>
                </c:pt>
                <c:pt idx="45" formatCode="0">
                  <c:v>1387.2167441635288</c:v>
                </c:pt>
                <c:pt idx="46" formatCode="0">
                  <c:v>1392.5597746183603</c:v>
                </c:pt>
                <c:pt idx="47" formatCode="0">
                  <c:v>1397.902805073192</c:v>
                </c:pt>
                <c:pt idx="48" formatCode="0">
                  <c:v>1403.2458355280237</c:v>
                </c:pt>
                <c:pt idx="49" formatCode="0">
                  <c:v>1408.5888659828554</c:v>
                </c:pt>
                <c:pt idx="50" formatCode="0">
                  <c:v>1413.9318964376871</c:v>
                </c:pt>
                <c:pt idx="51" formatCode="0">
                  <c:v>1419.2749268925186</c:v>
                </c:pt>
                <c:pt idx="52" formatCode="0">
                  <c:v>1424.6179573473503</c:v>
                </c:pt>
                <c:pt idx="53" formatCode="0">
                  <c:v>1429.960987802182</c:v>
                </c:pt>
                <c:pt idx="54" formatCode="0">
                  <c:v>1435.3040182570135</c:v>
                </c:pt>
                <c:pt idx="55" formatCode="0">
                  <c:v>1440.6470487118452</c:v>
                </c:pt>
                <c:pt idx="56" formatCode="0">
                  <c:v>1445.9900791666769</c:v>
                </c:pt>
                <c:pt idx="57" formatCode="0">
                  <c:v>1451.3331096215086</c:v>
                </c:pt>
                <c:pt idx="58" formatCode="0">
                  <c:v>1456.6761400763403</c:v>
                </c:pt>
                <c:pt idx="59" formatCode="0">
                  <c:v>1462.0191705311718</c:v>
                </c:pt>
              </c:numCache>
            </c:numRef>
          </c:val>
          <c:smooth val="0"/>
          <c:extLst>
            <c:ext xmlns:c16="http://schemas.microsoft.com/office/drawing/2014/chart" uri="{C3380CC4-5D6E-409C-BE32-E72D297353CC}">
              <c16:uniqueId val="{00000001-4A4B-41F3-8712-7AAB67214D05}"/>
            </c:ext>
          </c:extLst>
        </c:ser>
        <c:ser>
          <c:idx val="2"/>
          <c:order val="2"/>
          <c:tx>
            <c:strRef>
              <c:f>Demand_Forecast!$D$1</c:f>
              <c:strCache>
                <c:ptCount val="1"/>
                <c:pt idx="0">
                  <c:v>Lower Confidence Bound(Total Demand)</c:v>
                </c:pt>
              </c:strCache>
            </c:strRef>
          </c:tx>
          <c:spPr>
            <a:ln w="22225" cap="rnd">
              <a:solidFill>
                <a:schemeClr val="accent3"/>
              </a:solidFill>
              <a:round/>
            </a:ln>
            <a:effectLst/>
          </c:spPr>
          <c:marker>
            <c:symbol val="triangle"/>
            <c:size val="6"/>
            <c:spPr>
              <a:solidFill>
                <a:schemeClr val="accent3"/>
              </a:solidFill>
              <a:ln w="9525">
                <a:solidFill>
                  <a:schemeClr val="accent3"/>
                </a:solidFill>
                <a:round/>
              </a:ln>
              <a:effectLst/>
            </c:spPr>
          </c:marker>
          <c:cat>
            <c:numRef>
              <c:f>Demand_Forecast!$A$2:$A$61</c:f>
              <c:numCache>
                <c:formatCode>m/d/yyyy</c:formatCode>
                <c:ptCount val="60"/>
                <c:pt idx="0">
                  <c:v>40544</c:v>
                </c:pt>
                <c:pt idx="1">
                  <c:v>40545</c:v>
                </c:pt>
                <c:pt idx="2">
                  <c:v>40546</c:v>
                </c:pt>
                <c:pt idx="3">
                  <c:v>40547</c:v>
                </c:pt>
                <c:pt idx="4">
                  <c:v>40548</c:v>
                </c:pt>
                <c:pt idx="5">
                  <c:v>40549</c:v>
                </c:pt>
                <c:pt idx="6">
                  <c:v>40550</c:v>
                </c:pt>
                <c:pt idx="7">
                  <c:v>40551</c:v>
                </c:pt>
                <c:pt idx="8">
                  <c:v>40552</c:v>
                </c:pt>
                <c:pt idx="9">
                  <c:v>40553</c:v>
                </c:pt>
                <c:pt idx="10">
                  <c:v>40554</c:v>
                </c:pt>
                <c:pt idx="11">
                  <c:v>40555</c:v>
                </c:pt>
                <c:pt idx="12">
                  <c:v>40556</c:v>
                </c:pt>
                <c:pt idx="13">
                  <c:v>40557</c:v>
                </c:pt>
                <c:pt idx="14">
                  <c:v>40558</c:v>
                </c:pt>
                <c:pt idx="15">
                  <c:v>40559</c:v>
                </c:pt>
                <c:pt idx="16">
                  <c:v>40560</c:v>
                </c:pt>
                <c:pt idx="17">
                  <c:v>40561</c:v>
                </c:pt>
                <c:pt idx="18">
                  <c:v>40562</c:v>
                </c:pt>
                <c:pt idx="19">
                  <c:v>40563</c:v>
                </c:pt>
                <c:pt idx="20">
                  <c:v>40564</c:v>
                </c:pt>
                <c:pt idx="21">
                  <c:v>40565</c:v>
                </c:pt>
                <c:pt idx="22">
                  <c:v>40566</c:v>
                </c:pt>
                <c:pt idx="23">
                  <c:v>40567</c:v>
                </c:pt>
                <c:pt idx="24">
                  <c:v>40568</c:v>
                </c:pt>
                <c:pt idx="25">
                  <c:v>40569</c:v>
                </c:pt>
                <c:pt idx="26">
                  <c:v>40570</c:v>
                </c:pt>
                <c:pt idx="27">
                  <c:v>40571</c:v>
                </c:pt>
                <c:pt idx="28">
                  <c:v>40572</c:v>
                </c:pt>
                <c:pt idx="29">
                  <c:v>40573</c:v>
                </c:pt>
                <c:pt idx="30">
                  <c:v>40574</c:v>
                </c:pt>
                <c:pt idx="31">
                  <c:v>40575</c:v>
                </c:pt>
                <c:pt idx="32">
                  <c:v>40576</c:v>
                </c:pt>
                <c:pt idx="33">
                  <c:v>40577</c:v>
                </c:pt>
                <c:pt idx="34">
                  <c:v>40578</c:v>
                </c:pt>
                <c:pt idx="35">
                  <c:v>40579</c:v>
                </c:pt>
                <c:pt idx="36">
                  <c:v>40580</c:v>
                </c:pt>
                <c:pt idx="37">
                  <c:v>40581</c:v>
                </c:pt>
                <c:pt idx="38">
                  <c:v>40582</c:v>
                </c:pt>
                <c:pt idx="39">
                  <c:v>40583</c:v>
                </c:pt>
                <c:pt idx="40">
                  <c:v>40584</c:v>
                </c:pt>
                <c:pt idx="41">
                  <c:v>40585</c:v>
                </c:pt>
                <c:pt idx="42">
                  <c:v>40586</c:v>
                </c:pt>
                <c:pt idx="43">
                  <c:v>40587</c:v>
                </c:pt>
                <c:pt idx="44">
                  <c:v>40588</c:v>
                </c:pt>
                <c:pt idx="45">
                  <c:v>40589</c:v>
                </c:pt>
                <c:pt idx="46">
                  <c:v>40590</c:v>
                </c:pt>
                <c:pt idx="47">
                  <c:v>40591</c:v>
                </c:pt>
                <c:pt idx="48">
                  <c:v>40592</c:v>
                </c:pt>
                <c:pt idx="49">
                  <c:v>40593</c:v>
                </c:pt>
                <c:pt idx="50">
                  <c:v>40594</c:v>
                </c:pt>
                <c:pt idx="51">
                  <c:v>40595</c:v>
                </c:pt>
                <c:pt idx="52">
                  <c:v>40596</c:v>
                </c:pt>
                <c:pt idx="53">
                  <c:v>40597</c:v>
                </c:pt>
                <c:pt idx="54">
                  <c:v>40598</c:v>
                </c:pt>
                <c:pt idx="55">
                  <c:v>40599</c:v>
                </c:pt>
                <c:pt idx="56">
                  <c:v>40600</c:v>
                </c:pt>
                <c:pt idx="57">
                  <c:v>40601</c:v>
                </c:pt>
                <c:pt idx="58">
                  <c:v>40602</c:v>
                </c:pt>
                <c:pt idx="59">
                  <c:v>40603</c:v>
                </c:pt>
              </c:numCache>
            </c:numRef>
          </c:cat>
          <c:val>
            <c:numRef>
              <c:f>Demand_Forecast!$D$2:$D$61</c:f>
              <c:numCache>
                <c:formatCode>General</c:formatCode>
                <c:ptCount val="60"/>
                <c:pt idx="44" formatCode="0">
                  <c:v>151</c:v>
                </c:pt>
                <c:pt idx="45" formatCode="0">
                  <c:v>585.50542669163815</c:v>
                </c:pt>
                <c:pt idx="46" formatCode="0">
                  <c:v>586.76970401902065</c:v>
                </c:pt>
                <c:pt idx="47" formatCode="0">
                  <c:v>587.97397139650093</c:v>
                </c:pt>
                <c:pt idx="48" formatCode="0">
                  <c:v>589.11835455358994</c:v>
                </c:pt>
                <c:pt idx="49" formatCode="0">
                  <c:v>590.2029898038752</c:v>
                </c:pt>
                <c:pt idx="50" formatCode="0">
                  <c:v>591.22802367584165</c:v>
                </c:pt>
                <c:pt idx="51" formatCode="0">
                  <c:v>592.19361254419198</c:v>
                </c:pt>
                <c:pt idx="52" formatCode="0">
                  <c:v>593.09992226226586</c:v>
                </c:pt>
                <c:pt idx="53" formatCode="0">
                  <c:v>593.94712779612632</c:v>
                </c:pt>
                <c:pt idx="54" formatCode="0">
                  <c:v>594.73541286086618</c:v>
                </c:pt>
                <c:pt idx="55" formatCode="0">
                  <c:v>595.46496955964824</c:v>
                </c:pt>
                <c:pt idx="56" formatCode="0">
                  <c:v>596.13599802596889</c:v>
                </c:pt>
                <c:pt idx="57" formatCode="0">
                  <c:v>596.74870606960815</c:v>
                </c:pt>
                <c:pt idx="58" formatCode="0">
                  <c:v>597.30330882669921</c:v>
                </c:pt>
                <c:pt idx="59" formatCode="0">
                  <c:v>597.80002841431804</c:v>
                </c:pt>
              </c:numCache>
            </c:numRef>
          </c:val>
          <c:smooth val="0"/>
          <c:extLst>
            <c:ext xmlns:c16="http://schemas.microsoft.com/office/drawing/2014/chart" uri="{C3380CC4-5D6E-409C-BE32-E72D297353CC}">
              <c16:uniqueId val="{00000002-4A4B-41F3-8712-7AAB67214D05}"/>
            </c:ext>
          </c:extLst>
        </c:ser>
        <c:ser>
          <c:idx val="3"/>
          <c:order val="3"/>
          <c:tx>
            <c:strRef>
              <c:f>Demand_Forecast!$E$1</c:f>
              <c:strCache>
                <c:ptCount val="1"/>
                <c:pt idx="0">
                  <c:v>Upper Confidence Bound(Total Demand)</c:v>
                </c:pt>
              </c:strCache>
            </c:strRef>
          </c:tx>
          <c:spPr>
            <a:ln w="22225" cap="rnd">
              <a:solidFill>
                <a:schemeClr val="accent4"/>
              </a:solidFill>
              <a:round/>
            </a:ln>
            <a:effectLst/>
          </c:spPr>
          <c:marker>
            <c:symbol val="x"/>
            <c:size val="6"/>
            <c:spPr>
              <a:noFill/>
              <a:ln w="9525">
                <a:solidFill>
                  <a:schemeClr val="accent4"/>
                </a:solidFill>
                <a:round/>
              </a:ln>
              <a:effectLst/>
            </c:spPr>
          </c:marker>
          <c:cat>
            <c:numRef>
              <c:f>Demand_Forecast!$A$2:$A$61</c:f>
              <c:numCache>
                <c:formatCode>m/d/yyyy</c:formatCode>
                <c:ptCount val="60"/>
                <c:pt idx="0">
                  <c:v>40544</c:v>
                </c:pt>
                <c:pt idx="1">
                  <c:v>40545</c:v>
                </c:pt>
                <c:pt idx="2">
                  <c:v>40546</c:v>
                </c:pt>
                <c:pt idx="3">
                  <c:v>40547</c:v>
                </c:pt>
                <c:pt idx="4">
                  <c:v>40548</c:v>
                </c:pt>
                <c:pt idx="5">
                  <c:v>40549</c:v>
                </c:pt>
                <c:pt idx="6">
                  <c:v>40550</c:v>
                </c:pt>
                <c:pt idx="7">
                  <c:v>40551</c:v>
                </c:pt>
                <c:pt idx="8">
                  <c:v>40552</c:v>
                </c:pt>
                <c:pt idx="9">
                  <c:v>40553</c:v>
                </c:pt>
                <c:pt idx="10">
                  <c:v>40554</c:v>
                </c:pt>
                <c:pt idx="11">
                  <c:v>40555</c:v>
                </c:pt>
                <c:pt idx="12">
                  <c:v>40556</c:v>
                </c:pt>
                <c:pt idx="13">
                  <c:v>40557</c:v>
                </c:pt>
                <c:pt idx="14">
                  <c:v>40558</c:v>
                </c:pt>
                <c:pt idx="15">
                  <c:v>40559</c:v>
                </c:pt>
                <c:pt idx="16">
                  <c:v>40560</c:v>
                </c:pt>
                <c:pt idx="17">
                  <c:v>40561</c:v>
                </c:pt>
                <c:pt idx="18">
                  <c:v>40562</c:v>
                </c:pt>
                <c:pt idx="19">
                  <c:v>40563</c:v>
                </c:pt>
                <c:pt idx="20">
                  <c:v>40564</c:v>
                </c:pt>
                <c:pt idx="21">
                  <c:v>40565</c:v>
                </c:pt>
                <c:pt idx="22">
                  <c:v>40566</c:v>
                </c:pt>
                <c:pt idx="23">
                  <c:v>40567</c:v>
                </c:pt>
                <c:pt idx="24">
                  <c:v>40568</c:v>
                </c:pt>
                <c:pt idx="25">
                  <c:v>40569</c:v>
                </c:pt>
                <c:pt idx="26">
                  <c:v>40570</c:v>
                </c:pt>
                <c:pt idx="27">
                  <c:v>40571</c:v>
                </c:pt>
                <c:pt idx="28">
                  <c:v>40572</c:v>
                </c:pt>
                <c:pt idx="29">
                  <c:v>40573</c:v>
                </c:pt>
                <c:pt idx="30">
                  <c:v>40574</c:v>
                </c:pt>
                <c:pt idx="31">
                  <c:v>40575</c:v>
                </c:pt>
                <c:pt idx="32">
                  <c:v>40576</c:v>
                </c:pt>
                <c:pt idx="33">
                  <c:v>40577</c:v>
                </c:pt>
                <c:pt idx="34">
                  <c:v>40578</c:v>
                </c:pt>
                <c:pt idx="35">
                  <c:v>40579</c:v>
                </c:pt>
                <c:pt idx="36">
                  <c:v>40580</c:v>
                </c:pt>
                <c:pt idx="37">
                  <c:v>40581</c:v>
                </c:pt>
                <c:pt idx="38">
                  <c:v>40582</c:v>
                </c:pt>
                <c:pt idx="39">
                  <c:v>40583</c:v>
                </c:pt>
                <c:pt idx="40">
                  <c:v>40584</c:v>
                </c:pt>
                <c:pt idx="41">
                  <c:v>40585</c:v>
                </c:pt>
                <c:pt idx="42">
                  <c:v>40586</c:v>
                </c:pt>
                <c:pt idx="43">
                  <c:v>40587</c:v>
                </c:pt>
                <c:pt idx="44">
                  <c:v>40588</c:v>
                </c:pt>
                <c:pt idx="45">
                  <c:v>40589</c:v>
                </c:pt>
                <c:pt idx="46">
                  <c:v>40590</c:v>
                </c:pt>
                <c:pt idx="47">
                  <c:v>40591</c:v>
                </c:pt>
                <c:pt idx="48">
                  <c:v>40592</c:v>
                </c:pt>
                <c:pt idx="49">
                  <c:v>40593</c:v>
                </c:pt>
                <c:pt idx="50">
                  <c:v>40594</c:v>
                </c:pt>
                <c:pt idx="51">
                  <c:v>40595</c:v>
                </c:pt>
                <c:pt idx="52">
                  <c:v>40596</c:v>
                </c:pt>
                <c:pt idx="53">
                  <c:v>40597</c:v>
                </c:pt>
                <c:pt idx="54">
                  <c:v>40598</c:v>
                </c:pt>
                <c:pt idx="55">
                  <c:v>40599</c:v>
                </c:pt>
                <c:pt idx="56">
                  <c:v>40600</c:v>
                </c:pt>
                <c:pt idx="57">
                  <c:v>40601</c:v>
                </c:pt>
                <c:pt idx="58">
                  <c:v>40602</c:v>
                </c:pt>
                <c:pt idx="59">
                  <c:v>40603</c:v>
                </c:pt>
              </c:numCache>
            </c:numRef>
          </c:cat>
          <c:val>
            <c:numRef>
              <c:f>Demand_Forecast!$E$2:$E$61</c:f>
              <c:numCache>
                <c:formatCode>General</c:formatCode>
                <c:ptCount val="60"/>
                <c:pt idx="44" formatCode="0">
                  <c:v>151</c:v>
                </c:pt>
                <c:pt idx="45" formatCode="0">
                  <c:v>2188.9280616354195</c:v>
                </c:pt>
                <c:pt idx="46" formatCode="0">
                  <c:v>2198.3498452177</c:v>
                </c:pt>
                <c:pt idx="47" formatCode="0">
                  <c:v>2207.831638749883</c:v>
                </c:pt>
                <c:pt idx="48" formatCode="0">
                  <c:v>2217.3733165024573</c:v>
                </c:pt>
                <c:pt idx="49" formatCode="0">
                  <c:v>2226.9747421618358</c:v>
                </c:pt>
                <c:pt idx="50" formatCode="0">
                  <c:v>2236.6357691995327</c:v>
                </c:pt>
                <c:pt idx="51" formatCode="0">
                  <c:v>2246.3562412408451</c:v>
                </c:pt>
                <c:pt idx="52" formatCode="0">
                  <c:v>2256.1359924324347</c:v>
                </c:pt>
                <c:pt idx="53" formatCode="0">
                  <c:v>2265.9748478082374</c:v>
                </c:pt>
                <c:pt idx="54" formatCode="0">
                  <c:v>2275.8726236531606</c:v>
                </c:pt>
                <c:pt idx="55" formatCode="0">
                  <c:v>2285.8291278640422</c:v>
                </c:pt>
                <c:pt idx="56" formatCode="0">
                  <c:v>2295.8441603073848</c:v>
                </c:pt>
                <c:pt idx="57" formatCode="0">
                  <c:v>2305.9175131734091</c:v>
                </c:pt>
                <c:pt idx="58" formatCode="0">
                  <c:v>2316.0489713259813</c:v>
                </c:pt>
                <c:pt idx="59" formatCode="0">
                  <c:v>2326.2383126480254</c:v>
                </c:pt>
              </c:numCache>
            </c:numRef>
          </c:val>
          <c:smooth val="0"/>
          <c:extLst>
            <c:ext xmlns:c16="http://schemas.microsoft.com/office/drawing/2014/chart" uri="{C3380CC4-5D6E-409C-BE32-E72D297353CC}">
              <c16:uniqueId val="{00000003-4A4B-41F3-8712-7AAB67214D05}"/>
            </c:ext>
          </c:extLst>
        </c:ser>
        <c:dLbls>
          <c:showLegendKey val="0"/>
          <c:showVal val="0"/>
          <c:showCatName val="0"/>
          <c:showSerName val="0"/>
          <c:showPercent val="0"/>
          <c:showBubbleSize val="0"/>
        </c:dLbls>
        <c:marker val="1"/>
        <c:smooth val="0"/>
        <c:axId val="1918407375"/>
        <c:axId val="970130447"/>
      </c:lineChart>
      <c:catAx>
        <c:axId val="1918407375"/>
        <c:scaling>
          <c:orientation val="minMax"/>
        </c:scaling>
        <c:delete val="0"/>
        <c:axPos val="b"/>
        <c:majorGridlines>
          <c:spPr>
            <a:ln w="9525" cap="flat" cmpd="sng" algn="ctr">
              <a:solidFill>
                <a:schemeClr val="tx1">
                  <a:lumMod val="15000"/>
                  <a:lumOff val="85000"/>
                </a:schemeClr>
              </a:solidFill>
              <a:round/>
            </a:ln>
            <a:effectLst/>
          </c:spPr>
        </c:majorGridlines>
        <c:minorGridlines>
          <c:spPr>
            <a:ln>
              <a:solidFill>
                <a:schemeClr val="tx1">
                  <a:lumMod val="5000"/>
                  <a:lumOff val="95000"/>
                </a:schemeClr>
              </a:solidFill>
            </a:ln>
            <a:effectLst/>
          </c:spPr>
        </c:minorGridlines>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cap="all" spc="120" normalizeH="0" baseline="0">
                <a:solidFill>
                  <a:sysClr val="windowText" lastClr="000000"/>
                </a:solidFill>
                <a:latin typeface="+mn-lt"/>
                <a:ea typeface="+mn-ea"/>
                <a:cs typeface="+mn-cs"/>
              </a:defRPr>
            </a:pPr>
            <a:endParaRPr lang="en-US"/>
          </a:p>
        </c:txPr>
        <c:crossAx val="970130447"/>
        <c:crosses val="autoZero"/>
        <c:auto val="1"/>
        <c:lblAlgn val="ctr"/>
        <c:lblOffset val="100"/>
        <c:noMultiLvlLbl val="0"/>
      </c:catAx>
      <c:valAx>
        <c:axId val="97013044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endParaRPr lang="en-US"/>
          </a:p>
        </c:txPr>
        <c:crossAx val="1918407375"/>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1" i="0" u="none" strike="noStrike" kern="1200" baseline="0">
              <a:solidFill>
                <a:schemeClr val="tx2">
                  <a:lumMod val="95000"/>
                  <a:lumOff val="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9525" cap="flat" cmpd="sng" algn="ctr">
      <a:solidFill>
        <a:srgbClr val="00B050"/>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1" u="sng" strike="noStrike" kern="1200" spc="0" baseline="0">
                <a:solidFill>
                  <a:srgbClr val="002060"/>
                </a:solidFill>
                <a:latin typeface="+mn-lt"/>
                <a:ea typeface="+mn-ea"/>
                <a:cs typeface="+mn-cs"/>
              </a:defRPr>
            </a:pPr>
            <a:r>
              <a:rPr lang="en-IN" sz="1400" b="1" i="1" u="sng" strike="noStrike" baseline="0">
                <a:solidFill>
                  <a:srgbClr val="002060"/>
                </a:solidFill>
              </a:rPr>
              <a:t>Daily Total Demand and Anomaly Analysis</a:t>
            </a:r>
            <a:endParaRPr lang="en-IN" b="1" i="1" u="sng">
              <a:solidFill>
                <a:srgbClr val="002060"/>
              </a:solidFill>
            </a:endParaRPr>
          </a:p>
        </c:rich>
      </c:tx>
      <c:overlay val="0"/>
      <c:spPr>
        <a:solidFill>
          <a:srgbClr val="FFFF00"/>
        </a:solidFill>
        <a:ln>
          <a:noFill/>
        </a:ln>
        <a:effectLst/>
      </c:spPr>
      <c:txPr>
        <a:bodyPr rot="0" spcFirstLastPara="1" vertOverflow="ellipsis" vert="horz" wrap="square" anchor="ctr" anchorCtr="1"/>
        <a:lstStyle/>
        <a:p>
          <a:pPr>
            <a:defRPr sz="1400" b="1" i="1" u="sng" strike="noStrike" kern="1200" spc="0" baseline="0">
              <a:solidFill>
                <a:srgbClr val="002060"/>
              </a:solidFill>
              <a:latin typeface="+mn-lt"/>
              <a:ea typeface="+mn-ea"/>
              <a:cs typeface="+mn-cs"/>
            </a:defRPr>
          </a:pPr>
          <a:endParaRPr lang="en-IN"/>
        </a:p>
      </c:txPr>
    </c:title>
    <c:autoTitleDeleted val="0"/>
    <c:plotArea>
      <c:layout/>
      <c:lineChart>
        <c:grouping val="standard"/>
        <c:varyColors val="0"/>
        <c:ser>
          <c:idx val="0"/>
          <c:order val="0"/>
          <c:tx>
            <c:strRef>
              <c:f>Anomaly_Analysis!$D$1</c:f>
              <c:strCache>
                <c:ptCount val="1"/>
                <c:pt idx="0">
                  <c:v>Normal Demand</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Anomaly_Analysis!$A$2:$A$46</c:f>
              <c:numCache>
                <c:formatCode>m/d/yyyy</c:formatCode>
                <c:ptCount val="45"/>
                <c:pt idx="0">
                  <c:v>40544</c:v>
                </c:pt>
                <c:pt idx="1">
                  <c:v>40545</c:v>
                </c:pt>
                <c:pt idx="2">
                  <c:v>40546</c:v>
                </c:pt>
                <c:pt idx="3">
                  <c:v>40547</c:v>
                </c:pt>
                <c:pt idx="4">
                  <c:v>40548</c:v>
                </c:pt>
                <c:pt idx="5">
                  <c:v>40549</c:v>
                </c:pt>
                <c:pt idx="6">
                  <c:v>40550</c:v>
                </c:pt>
                <c:pt idx="7">
                  <c:v>40551</c:v>
                </c:pt>
                <c:pt idx="8">
                  <c:v>40552</c:v>
                </c:pt>
                <c:pt idx="9">
                  <c:v>40553</c:v>
                </c:pt>
                <c:pt idx="10">
                  <c:v>40554</c:v>
                </c:pt>
                <c:pt idx="11">
                  <c:v>40555</c:v>
                </c:pt>
                <c:pt idx="12">
                  <c:v>40556</c:v>
                </c:pt>
                <c:pt idx="13">
                  <c:v>40557</c:v>
                </c:pt>
                <c:pt idx="14">
                  <c:v>40558</c:v>
                </c:pt>
                <c:pt idx="15">
                  <c:v>40559</c:v>
                </c:pt>
                <c:pt idx="16">
                  <c:v>40560</c:v>
                </c:pt>
                <c:pt idx="17">
                  <c:v>40561</c:v>
                </c:pt>
                <c:pt idx="18">
                  <c:v>40562</c:v>
                </c:pt>
                <c:pt idx="19">
                  <c:v>40563</c:v>
                </c:pt>
                <c:pt idx="20">
                  <c:v>40564</c:v>
                </c:pt>
                <c:pt idx="21">
                  <c:v>40565</c:v>
                </c:pt>
                <c:pt idx="22">
                  <c:v>40566</c:v>
                </c:pt>
                <c:pt idx="23">
                  <c:v>40567</c:v>
                </c:pt>
                <c:pt idx="24">
                  <c:v>40568</c:v>
                </c:pt>
                <c:pt idx="25">
                  <c:v>40569</c:v>
                </c:pt>
                <c:pt idx="26">
                  <c:v>40570</c:v>
                </c:pt>
                <c:pt idx="27">
                  <c:v>40571</c:v>
                </c:pt>
                <c:pt idx="28">
                  <c:v>40572</c:v>
                </c:pt>
                <c:pt idx="29">
                  <c:v>40573</c:v>
                </c:pt>
                <c:pt idx="30">
                  <c:v>40574</c:v>
                </c:pt>
                <c:pt idx="31">
                  <c:v>40575</c:v>
                </c:pt>
                <c:pt idx="32">
                  <c:v>40576</c:v>
                </c:pt>
                <c:pt idx="33">
                  <c:v>40577</c:v>
                </c:pt>
                <c:pt idx="34">
                  <c:v>40578</c:v>
                </c:pt>
                <c:pt idx="35">
                  <c:v>40579</c:v>
                </c:pt>
                <c:pt idx="36">
                  <c:v>40580</c:v>
                </c:pt>
                <c:pt idx="37">
                  <c:v>40581</c:v>
                </c:pt>
                <c:pt idx="38">
                  <c:v>40582</c:v>
                </c:pt>
                <c:pt idx="39">
                  <c:v>40583</c:v>
                </c:pt>
                <c:pt idx="40">
                  <c:v>40584</c:v>
                </c:pt>
                <c:pt idx="41">
                  <c:v>40585</c:v>
                </c:pt>
                <c:pt idx="42">
                  <c:v>40586</c:v>
                </c:pt>
                <c:pt idx="43">
                  <c:v>40587</c:v>
                </c:pt>
                <c:pt idx="44">
                  <c:v>40588</c:v>
                </c:pt>
              </c:numCache>
            </c:numRef>
          </c:cat>
          <c:val>
            <c:numRef>
              <c:f>Anomaly_Analysis!$D$2:$D$46</c:f>
              <c:numCache>
                <c:formatCode>General</c:formatCode>
                <c:ptCount val="45"/>
                <c:pt idx="0">
                  <c:v>985</c:v>
                </c:pt>
                <c:pt idx="1">
                  <c:v>801</c:v>
                </c:pt>
                <c:pt idx="2">
                  <c:v>1349</c:v>
                </c:pt>
                <c:pt idx="3">
                  <c:v>1562</c:v>
                </c:pt>
                <c:pt idx="4">
                  <c:v>1600</c:v>
                </c:pt>
                <c:pt idx="5">
                  <c:v>1606</c:v>
                </c:pt>
                <c:pt idx="6">
                  <c:v>1510</c:v>
                </c:pt>
                <c:pt idx="7">
                  <c:v>959</c:v>
                </c:pt>
                <c:pt idx="8">
                  <c:v>822</c:v>
                </c:pt>
                <c:pt idx="9">
                  <c:v>1321</c:v>
                </c:pt>
                <c:pt idx="10">
                  <c:v>1263</c:v>
                </c:pt>
                <c:pt idx="11">
                  <c:v>1162</c:v>
                </c:pt>
                <c:pt idx="12">
                  <c:v>1406</c:v>
                </c:pt>
                <c:pt idx="13">
                  <c:v>1421</c:v>
                </c:pt>
                <c:pt idx="14">
                  <c:v>1248</c:v>
                </c:pt>
                <c:pt idx="15">
                  <c:v>1204</c:v>
                </c:pt>
                <c:pt idx="16">
                  <c:v>1000</c:v>
                </c:pt>
                <c:pt idx="17">
                  <c:v>683</c:v>
                </c:pt>
                <c:pt idx="18">
                  <c:v>1650</c:v>
                </c:pt>
                <c:pt idx="19">
                  <c:v>1927</c:v>
                </c:pt>
                <c:pt idx="20">
                  <c:v>1543</c:v>
                </c:pt>
                <c:pt idx="21">
                  <c:v>981</c:v>
                </c:pt>
                <c:pt idx="22">
                  <c:v>986</c:v>
                </c:pt>
                <c:pt idx="23">
                  <c:v>1416</c:v>
                </c:pt>
                <c:pt idx="24">
                  <c:v>1985</c:v>
                </c:pt>
                <c:pt idx="25">
                  <c:v>#N/A</c:v>
                </c:pt>
                <c:pt idx="26">
                  <c:v>#N/A</c:v>
                </c:pt>
                <c:pt idx="27">
                  <c:v>1167</c:v>
                </c:pt>
                <c:pt idx="28">
                  <c:v>1098</c:v>
                </c:pt>
                <c:pt idx="29">
                  <c:v>1096</c:v>
                </c:pt>
                <c:pt idx="30">
                  <c:v>1501</c:v>
                </c:pt>
                <c:pt idx="31">
                  <c:v>1360</c:v>
                </c:pt>
                <c:pt idx="32">
                  <c:v>1526</c:v>
                </c:pt>
                <c:pt idx="33">
                  <c:v>1550</c:v>
                </c:pt>
                <c:pt idx="34">
                  <c:v>1708</c:v>
                </c:pt>
                <c:pt idx="35">
                  <c:v>1005</c:v>
                </c:pt>
                <c:pt idx="36">
                  <c:v>1623</c:v>
                </c:pt>
                <c:pt idx="37">
                  <c:v>1712</c:v>
                </c:pt>
                <c:pt idx="38">
                  <c:v>1530</c:v>
                </c:pt>
                <c:pt idx="39">
                  <c:v>1605</c:v>
                </c:pt>
                <c:pt idx="40">
                  <c:v>1538</c:v>
                </c:pt>
                <c:pt idx="41">
                  <c:v>1746</c:v>
                </c:pt>
                <c:pt idx="42">
                  <c:v>1472</c:v>
                </c:pt>
                <c:pt idx="43">
                  <c:v>1589</c:v>
                </c:pt>
                <c:pt idx="44">
                  <c:v>#N/A</c:v>
                </c:pt>
              </c:numCache>
            </c:numRef>
          </c:val>
          <c:smooth val="0"/>
          <c:extLst>
            <c:ext xmlns:c16="http://schemas.microsoft.com/office/drawing/2014/chart" uri="{C3380CC4-5D6E-409C-BE32-E72D297353CC}">
              <c16:uniqueId val="{00000000-3681-4548-BA4B-BA6BD6B41056}"/>
            </c:ext>
          </c:extLst>
        </c:ser>
        <c:ser>
          <c:idx val="1"/>
          <c:order val="1"/>
          <c:tx>
            <c:strRef>
              <c:f>Anomaly_Analysis!$E$1</c:f>
              <c:strCache>
                <c:ptCount val="1"/>
                <c:pt idx="0">
                  <c:v>Anomaly Demand</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Anomaly_Analysis!$A$2:$A$46</c:f>
              <c:numCache>
                <c:formatCode>m/d/yyyy</c:formatCode>
                <c:ptCount val="45"/>
                <c:pt idx="0">
                  <c:v>40544</c:v>
                </c:pt>
                <c:pt idx="1">
                  <c:v>40545</c:v>
                </c:pt>
                <c:pt idx="2">
                  <c:v>40546</c:v>
                </c:pt>
                <c:pt idx="3">
                  <c:v>40547</c:v>
                </c:pt>
                <c:pt idx="4">
                  <c:v>40548</c:v>
                </c:pt>
                <c:pt idx="5">
                  <c:v>40549</c:v>
                </c:pt>
                <c:pt idx="6">
                  <c:v>40550</c:v>
                </c:pt>
                <c:pt idx="7">
                  <c:v>40551</c:v>
                </c:pt>
                <c:pt idx="8">
                  <c:v>40552</c:v>
                </c:pt>
                <c:pt idx="9">
                  <c:v>40553</c:v>
                </c:pt>
                <c:pt idx="10">
                  <c:v>40554</c:v>
                </c:pt>
                <c:pt idx="11">
                  <c:v>40555</c:v>
                </c:pt>
                <c:pt idx="12">
                  <c:v>40556</c:v>
                </c:pt>
                <c:pt idx="13">
                  <c:v>40557</c:v>
                </c:pt>
                <c:pt idx="14">
                  <c:v>40558</c:v>
                </c:pt>
                <c:pt idx="15">
                  <c:v>40559</c:v>
                </c:pt>
                <c:pt idx="16">
                  <c:v>40560</c:v>
                </c:pt>
                <c:pt idx="17">
                  <c:v>40561</c:v>
                </c:pt>
                <c:pt idx="18">
                  <c:v>40562</c:v>
                </c:pt>
                <c:pt idx="19">
                  <c:v>40563</c:v>
                </c:pt>
                <c:pt idx="20">
                  <c:v>40564</c:v>
                </c:pt>
                <c:pt idx="21">
                  <c:v>40565</c:v>
                </c:pt>
                <c:pt idx="22">
                  <c:v>40566</c:v>
                </c:pt>
                <c:pt idx="23">
                  <c:v>40567</c:v>
                </c:pt>
                <c:pt idx="24">
                  <c:v>40568</c:v>
                </c:pt>
                <c:pt idx="25">
                  <c:v>40569</c:v>
                </c:pt>
                <c:pt idx="26">
                  <c:v>40570</c:v>
                </c:pt>
                <c:pt idx="27">
                  <c:v>40571</c:v>
                </c:pt>
                <c:pt idx="28">
                  <c:v>40572</c:v>
                </c:pt>
                <c:pt idx="29">
                  <c:v>40573</c:v>
                </c:pt>
                <c:pt idx="30">
                  <c:v>40574</c:v>
                </c:pt>
                <c:pt idx="31">
                  <c:v>40575</c:v>
                </c:pt>
                <c:pt idx="32">
                  <c:v>40576</c:v>
                </c:pt>
                <c:pt idx="33">
                  <c:v>40577</c:v>
                </c:pt>
                <c:pt idx="34">
                  <c:v>40578</c:v>
                </c:pt>
                <c:pt idx="35">
                  <c:v>40579</c:v>
                </c:pt>
                <c:pt idx="36">
                  <c:v>40580</c:v>
                </c:pt>
                <c:pt idx="37">
                  <c:v>40581</c:v>
                </c:pt>
                <c:pt idx="38">
                  <c:v>40582</c:v>
                </c:pt>
                <c:pt idx="39">
                  <c:v>40583</c:v>
                </c:pt>
                <c:pt idx="40">
                  <c:v>40584</c:v>
                </c:pt>
                <c:pt idx="41">
                  <c:v>40585</c:v>
                </c:pt>
                <c:pt idx="42">
                  <c:v>40586</c:v>
                </c:pt>
                <c:pt idx="43">
                  <c:v>40587</c:v>
                </c:pt>
                <c:pt idx="44">
                  <c:v>40588</c:v>
                </c:pt>
              </c:numCache>
            </c:numRef>
          </c:cat>
          <c:val>
            <c:numRef>
              <c:f>Anomaly_Analysis!$E$2:$E$46</c:f>
              <c:numCache>
                <c:formatCode>General</c:formatCode>
                <c:ptCount val="45"/>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506</c:v>
                </c:pt>
                <c:pt idx="26">
                  <c:v>431</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151</c:v>
                </c:pt>
              </c:numCache>
            </c:numRef>
          </c:val>
          <c:smooth val="0"/>
          <c:extLst>
            <c:ext xmlns:c16="http://schemas.microsoft.com/office/drawing/2014/chart" uri="{C3380CC4-5D6E-409C-BE32-E72D297353CC}">
              <c16:uniqueId val="{00000001-3681-4548-BA4B-BA6BD6B41056}"/>
            </c:ext>
          </c:extLst>
        </c:ser>
        <c:dLbls>
          <c:showLegendKey val="0"/>
          <c:showVal val="0"/>
          <c:showCatName val="0"/>
          <c:showSerName val="0"/>
          <c:showPercent val="0"/>
          <c:showBubbleSize val="0"/>
        </c:dLbls>
        <c:marker val="1"/>
        <c:smooth val="0"/>
        <c:axId val="1987297152"/>
        <c:axId val="1758981520"/>
      </c:lineChart>
      <c:dateAx>
        <c:axId val="1987297152"/>
        <c:scaling>
          <c:orientation val="minMax"/>
        </c:scaling>
        <c:delete val="0"/>
        <c:axPos val="b"/>
        <c:minorGridlines>
          <c:spPr>
            <a:ln w="9525" cap="flat" cmpd="sng" algn="ctr">
              <a:solidFill>
                <a:schemeClr val="tx1">
                  <a:lumMod val="5000"/>
                  <a:lumOff val="95000"/>
                </a:schemeClr>
              </a:solidFill>
              <a:round/>
            </a:ln>
            <a:effectLst/>
          </c:spPr>
        </c:minorGridlines>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1758981520"/>
        <c:crosses val="autoZero"/>
        <c:auto val="1"/>
        <c:lblOffset val="100"/>
        <c:baseTimeUnit val="days"/>
      </c:dateAx>
      <c:valAx>
        <c:axId val="17589815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rgbClr val="002060"/>
                </a:solidFill>
                <a:latin typeface="+mn-lt"/>
                <a:ea typeface="+mn-ea"/>
                <a:cs typeface="+mn-cs"/>
              </a:defRPr>
            </a:pPr>
            <a:endParaRPr lang="en-US"/>
          </a:p>
        </c:txPr>
        <c:crossAx val="1987297152"/>
        <c:crosses val="autoZero"/>
        <c:crossBetween val="between"/>
      </c:valAx>
      <c:spPr>
        <a:noFill/>
        <a:ln>
          <a:noFill/>
        </a:ln>
        <a:effectLst/>
      </c:spPr>
    </c:plotArea>
    <c:legend>
      <c:legendPos val="b"/>
      <c:overlay val="0"/>
      <c:spPr>
        <a:solidFill>
          <a:schemeClr val="bg2"/>
        </a:solid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rgbClr val="92D050"/>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10/10/2026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10/10/2026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10/10/2026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10/10/2026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10/10/2026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10/10/2026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10/10/2026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10/10/2026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10/10/2026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10/10/2026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10/10/2026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CE6641-4730-AA8F-AB10-32681C65C2AE}"/>
              </a:ext>
            </a:extLst>
          </p:cNvPr>
          <p:cNvSpPr txBox="1"/>
          <p:nvPr/>
        </p:nvSpPr>
        <p:spPr>
          <a:xfrm>
            <a:off x="1867116" y="1941838"/>
            <a:ext cx="8457764" cy="1015663"/>
          </a:xfrm>
          <a:prstGeom prst="rect">
            <a:avLst/>
          </a:prstGeom>
          <a:noFill/>
        </p:spPr>
        <p:txBody>
          <a:bodyPr wrap="none">
            <a:spAutoFit/>
          </a:bodyPr>
          <a:lstStyle/>
          <a:p>
            <a:pPr algn="ctr">
              <a:defRPr sz="3400" b="1">
                <a:solidFill>
                  <a:srgbClr val="1F4E79"/>
                </a:solidFill>
              </a:defRPr>
            </a:pPr>
            <a:r>
              <a:rPr sz="4000" dirty="0"/>
              <a:t>BIKE SHARING DEMAND ANALYSIS</a:t>
            </a:r>
            <a:endParaRPr dirty="0"/>
          </a:p>
          <a:p>
            <a:pPr algn="ctr">
              <a:defRPr sz="1800">
                <a:solidFill>
                  <a:srgbClr val="646464"/>
                </a:solidFill>
              </a:defRPr>
            </a:pPr>
            <a:r>
              <a:rPr dirty="0"/>
              <a:t>Excel Analytics • Dashboard • Forecasting • Anomaly Detection</a:t>
            </a:r>
          </a:p>
        </p:txBody>
      </p:sp>
      <p:sp>
        <p:nvSpPr>
          <p:cNvPr id="5" name="TextBox 4">
            <a:extLst>
              <a:ext uri="{FF2B5EF4-FFF2-40B4-BE49-F238E27FC236}">
                <a16:creationId xmlns:a16="http://schemas.microsoft.com/office/drawing/2014/main" id="{A00AFA65-F6F9-4CA4-66B6-DDE4E6503950}"/>
              </a:ext>
            </a:extLst>
          </p:cNvPr>
          <p:cNvSpPr txBox="1"/>
          <p:nvPr/>
        </p:nvSpPr>
        <p:spPr>
          <a:xfrm>
            <a:off x="3285774" y="3524242"/>
            <a:ext cx="5620448" cy="1446550"/>
          </a:xfrm>
          <a:prstGeom prst="rect">
            <a:avLst/>
          </a:prstGeom>
          <a:noFill/>
        </p:spPr>
        <p:txBody>
          <a:bodyPr wrap="none">
            <a:spAutoFit/>
          </a:bodyPr>
          <a:lstStyle/>
          <a:p>
            <a:pPr algn="ctr">
              <a:defRPr sz="2500" b="1">
                <a:solidFill>
                  <a:srgbClr val="5B9BD5"/>
                </a:solidFill>
              </a:defRPr>
            </a:pPr>
            <a:r>
              <a:rPr lang="en-IN" sz="3600" dirty="0"/>
              <a:t> NEXTHIKES IT SOLUTIONS</a:t>
            </a:r>
            <a:endParaRPr sz="3600" dirty="0"/>
          </a:p>
          <a:p>
            <a:pPr algn="ctr">
              <a:defRPr sz="1400">
                <a:solidFill>
                  <a:srgbClr val="232323"/>
                </a:solidFill>
              </a:defRPr>
            </a:pPr>
            <a:r>
              <a:rPr lang="en-IN" sz="2400" dirty="0">
                <a:solidFill>
                  <a:schemeClr val="bg1">
                    <a:lumMod val="50000"/>
                  </a:schemeClr>
                </a:solidFill>
              </a:rPr>
              <a:t>By</a:t>
            </a:r>
          </a:p>
          <a:p>
            <a:pPr algn="ctr">
              <a:defRPr sz="1400">
                <a:solidFill>
                  <a:srgbClr val="232323"/>
                </a:solidFill>
              </a:defRPr>
            </a:pPr>
            <a:r>
              <a:rPr lang="en-IN" sz="2800" b="1" dirty="0">
                <a:solidFill>
                  <a:schemeClr val="accent3">
                    <a:lumMod val="50000"/>
                  </a:schemeClr>
                </a:solidFill>
              </a:rPr>
              <a:t>SAYAN PAUL</a:t>
            </a:r>
            <a:endParaRPr sz="2800" b="1" dirty="0">
              <a:solidFill>
                <a:schemeClr val="accent3">
                  <a:lumMod val="50000"/>
                </a:schemeClr>
              </a:solidFill>
            </a:endParaRPr>
          </a:p>
        </p:txBody>
      </p:sp>
      <p:pic>
        <p:nvPicPr>
          <p:cNvPr id="7" name="Picture 6">
            <a:extLst>
              <a:ext uri="{FF2B5EF4-FFF2-40B4-BE49-F238E27FC236}">
                <a16:creationId xmlns:a16="http://schemas.microsoft.com/office/drawing/2014/main" id="{F31342EC-1A6A-8107-F0CC-5AB60D6C55FD}"/>
              </a:ext>
            </a:extLst>
          </p:cNvPr>
          <p:cNvPicPr>
            <a:picLocks noChangeAspect="1"/>
          </p:cNvPicPr>
          <p:nvPr/>
        </p:nvPicPr>
        <p:blipFill>
          <a:blip r:embed="rId2"/>
          <a:srcRect l="18459" t="38996" r="18045" b="39911"/>
          <a:stretch>
            <a:fillRect/>
          </a:stretch>
        </p:blipFill>
        <p:spPr>
          <a:xfrm>
            <a:off x="11041627" y="6231175"/>
            <a:ext cx="1150374" cy="626825"/>
          </a:xfrm>
          <a:prstGeom prst="rect">
            <a:avLst/>
          </a:prstGeom>
        </p:spPr>
      </p:pic>
      <p:pic>
        <p:nvPicPr>
          <p:cNvPr id="9" name="Picture 8">
            <a:extLst>
              <a:ext uri="{FF2B5EF4-FFF2-40B4-BE49-F238E27FC236}">
                <a16:creationId xmlns:a16="http://schemas.microsoft.com/office/drawing/2014/main" id="{D03B3775-3DCA-4E1B-2BED-0BA8F0E8A468}"/>
              </a:ext>
            </a:extLst>
          </p:cNvPr>
          <p:cNvPicPr>
            <a:picLocks noChangeAspect="1"/>
          </p:cNvPicPr>
          <p:nvPr/>
        </p:nvPicPr>
        <p:blipFill>
          <a:blip r:embed="rId2"/>
          <a:srcRect l="18459" t="38996" r="18045" b="39911"/>
          <a:stretch>
            <a:fillRect/>
          </a:stretch>
        </p:blipFill>
        <p:spPr>
          <a:xfrm flipH="1">
            <a:off x="0" y="6231174"/>
            <a:ext cx="1150374" cy="626825"/>
          </a:xfrm>
          <a:prstGeom prst="rect">
            <a:avLst/>
          </a:prstGeom>
        </p:spPr>
      </p:pic>
    </p:spTree>
    <p:extLst>
      <p:ext uri="{BB962C8B-B14F-4D97-AF65-F5344CB8AC3E}">
        <p14:creationId xmlns:p14="http://schemas.microsoft.com/office/powerpoint/2010/main" val="2713213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2034A7-F51C-F106-AC43-1E75B917A110}"/>
              </a:ext>
            </a:extLst>
          </p:cNvPr>
          <p:cNvSpPr txBox="1"/>
          <p:nvPr/>
        </p:nvSpPr>
        <p:spPr>
          <a:xfrm>
            <a:off x="666627" y="634673"/>
            <a:ext cx="4608431" cy="646331"/>
          </a:xfrm>
          <a:prstGeom prst="rect">
            <a:avLst/>
          </a:prstGeom>
          <a:noFill/>
        </p:spPr>
        <p:txBody>
          <a:bodyPr wrap="square">
            <a:spAutoFit/>
          </a:bodyPr>
          <a:lstStyle/>
          <a:p>
            <a:pPr>
              <a:defRPr sz="2700" b="1">
                <a:solidFill>
                  <a:srgbClr val="1F4E79"/>
                </a:solidFill>
              </a:defRPr>
            </a:pPr>
            <a:r>
              <a:rPr sz="3600" dirty="0"/>
              <a:t>Project Objectives</a:t>
            </a:r>
          </a:p>
        </p:txBody>
      </p:sp>
      <p:sp>
        <p:nvSpPr>
          <p:cNvPr id="5" name="TextBox 4">
            <a:extLst>
              <a:ext uri="{FF2B5EF4-FFF2-40B4-BE49-F238E27FC236}">
                <a16:creationId xmlns:a16="http://schemas.microsoft.com/office/drawing/2014/main" id="{8BB60B3D-0A64-2A9E-E263-39C84FBAEEB4}"/>
              </a:ext>
            </a:extLst>
          </p:cNvPr>
          <p:cNvSpPr txBox="1"/>
          <p:nvPr/>
        </p:nvSpPr>
        <p:spPr>
          <a:xfrm>
            <a:off x="666627" y="1759016"/>
            <a:ext cx="10438253" cy="2862322"/>
          </a:xfrm>
          <a:prstGeom prst="rect">
            <a:avLst/>
          </a:prstGeom>
          <a:noFill/>
        </p:spPr>
        <p:txBody>
          <a:bodyPr wrap="square">
            <a:spAutoFit/>
          </a:bodyPr>
          <a:lstStyle/>
          <a:p>
            <a:pPr marL="342900" indent="-342900">
              <a:spcAft>
                <a:spcPts val="1200"/>
              </a:spcAft>
              <a:buFont typeface="Wingdings" panose="05000000000000000000" pitchFamily="2" charset="2"/>
              <a:buChar char="q"/>
              <a:defRPr sz="1900">
                <a:solidFill>
                  <a:srgbClr val="232323"/>
                </a:solidFill>
              </a:defRPr>
            </a:pPr>
            <a:r>
              <a:rPr sz="2000" dirty="0"/>
              <a:t>Analyze bike-sharing demand using Excel-based data preparation and statistical functions.</a:t>
            </a:r>
          </a:p>
          <a:p>
            <a:pPr marL="342900" indent="-342900">
              <a:spcAft>
                <a:spcPts val="1200"/>
              </a:spcAft>
              <a:buFont typeface="Wingdings" panose="05000000000000000000" pitchFamily="2" charset="2"/>
              <a:buChar char="q"/>
              <a:defRPr sz="1900">
                <a:solidFill>
                  <a:srgbClr val="232323"/>
                </a:solidFill>
              </a:defRPr>
            </a:pPr>
            <a:r>
              <a:rPr sz="2000" dirty="0"/>
              <a:t>Clean, classify and transform the dataset using formulas and structured tables.</a:t>
            </a:r>
          </a:p>
          <a:p>
            <a:pPr marL="342900" indent="-342900">
              <a:spcAft>
                <a:spcPts val="1200"/>
              </a:spcAft>
              <a:buFont typeface="Wingdings" panose="05000000000000000000" pitchFamily="2" charset="2"/>
              <a:buChar char="q"/>
              <a:defRPr sz="1900">
                <a:solidFill>
                  <a:srgbClr val="232323"/>
                </a:solidFill>
              </a:defRPr>
            </a:pPr>
            <a:r>
              <a:rPr sz="2000" dirty="0"/>
              <a:t>Summarize demand by time, weekday, month, weather and user type using PivotTables.</a:t>
            </a:r>
          </a:p>
          <a:p>
            <a:pPr marL="342900" indent="-342900">
              <a:spcAft>
                <a:spcPts val="1200"/>
              </a:spcAft>
              <a:buFont typeface="Wingdings" panose="05000000000000000000" pitchFamily="2" charset="2"/>
              <a:buChar char="q"/>
              <a:defRPr sz="1900">
                <a:solidFill>
                  <a:srgbClr val="232323"/>
                </a:solidFill>
              </a:defRPr>
            </a:pPr>
            <a:r>
              <a:rPr sz="2000" dirty="0"/>
              <a:t>Build an interactive dashboard with charts, heatmap, slicers and timeline.</a:t>
            </a:r>
          </a:p>
          <a:p>
            <a:pPr marL="342900" indent="-342900">
              <a:spcAft>
                <a:spcPts val="1200"/>
              </a:spcAft>
              <a:buFont typeface="Wingdings" panose="05000000000000000000" pitchFamily="2" charset="2"/>
              <a:buChar char="q"/>
              <a:defRPr sz="1900">
                <a:solidFill>
                  <a:srgbClr val="232323"/>
                </a:solidFill>
              </a:defRPr>
            </a:pPr>
            <a:r>
              <a:rPr sz="2000" dirty="0"/>
              <a:t>Apply forecasting and anomaly detection to generate decision-support insights.</a:t>
            </a:r>
          </a:p>
        </p:txBody>
      </p:sp>
      <p:pic>
        <p:nvPicPr>
          <p:cNvPr id="4" name="Picture 3">
            <a:extLst>
              <a:ext uri="{FF2B5EF4-FFF2-40B4-BE49-F238E27FC236}">
                <a16:creationId xmlns:a16="http://schemas.microsoft.com/office/drawing/2014/main" id="{72E712A5-D457-A11B-ED8D-F1C620C0743F}"/>
              </a:ext>
            </a:extLst>
          </p:cNvPr>
          <p:cNvPicPr>
            <a:picLocks noChangeAspect="1"/>
          </p:cNvPicPr>
          <p:nvPr/>
        </p:nvPicPr>
        <p:blipFill>
          <a:blip r:embed="rId2"/>
          <a:srcRect l="18459" t="38996" r="18045" b="39911"/>
          <a:stretch>
            <a:fillRect/>
          </a:stretch>
        </p:blipFill>
        <p:spPr>
          <a:xfrm>
            <a:off x="11041627" y="6231175"/>
            <a:ext cx="1150374" cy="626825"/>
          </a:xfrm>
          <a:prstGeom prst="rect">
            <a:avLst/>
          </a:prstGeom>
        </p:spPr>
      </p:pic>
      <p:pic>
        <p:nvPicPr>
          <p:cNvPr id="7" name="Picture 6">
            <a:extLst>
              <a:ext uri="{FF2B5EF4-FFF2-40B4-BE49-F238E27FC236}">
                <a16:creationId xmlns:a16="http://schemas.microsoft.com/office/drawing/2014/main" id="{849E0D25-15B0-6C98-6AB6-9E1DA4FD377E}"/>
              </a:ext>
            </a:extLst>
          </p:cNvPr>
          <p:cNvPicPr>
            <a:picLocks noChangeAspect="1"/>
          </p:cNvPicPr>
          <p:nvPr/>
        </p:nvPicPr>
        <p:blipFill>
          <a:blip r:embed="rId2"/>
          <a:srcRect l="18459" t="38996" r="18045" b="39911"/>
          <a:stretch>
            <a:fillRect/>
          </a:stretch>
        </p:blipFill>
        <p:spPr>
          <a:xfrm flipH="1">
            <a:off x="0" y="6231174"/>
            <a:ext cx="1150374" cy="626825"/>
          </a:xfrm>
          <a:prstGeom prst="rect">
            <a:avLst/>
          </a:prstGeom>
        </p:spPr>
      </p:pic>
    </p:spTree>
    <p:extLst>
      <p:ext uri="{BB962C8B-B14F-4D97-AF65-F5344CB8AC3E}">
        <p14:creationId xmlns:p14="http://schemas.microsoft.com/office/powerpoint/2010/main" val="3971445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8AF2D7-B85E-00A2-11AF-98B5984E6D55}"/>
              </a:ext>
            </a:extLst>
          </p:cNvPr>
          <p:cNvSpPr txBox="1"/>
          <p:nvPr/>
        </p:nvSpPr>
        <p:spPr>
          <a:xfrm>
            <a:off x="561109" y="685800"/>
            <a:ext cx="6970222" cy="646331"/>
          </a:xfrm>
          <a:prstGeom prst="rect">
            <a:avLst/>
          </a:prstGeom>
          <a:noFill/>
        </p:spPr>
        <p:txBody>
          <a:bodyPr wrap="square">
            <a:spAutoFit/>
          </a:bodyPr>
          <a:lstStyle/>
          <a:p>
            <a:pPr>
              <a:defRPr sz="2700" b="1">
                <a:solidFill>
                  <a:srgbClr val="1F4E79"/>
                </a:solidFill>
              </a:defRPr>
            </a:pPr>
            <a:r>
              <a:rPr sz="3600" dirty="0"/>
              <a:t>Dataset &amp; Workbook Structure</a:t>
            </a:r>
          </a:p>
        </p:txBody>
      </p:sp>
      <p:sp>
        <p:nvSpPr>
          <p:cNvPr id="5" name="Rounded Rectangle 3">
            <a:extLst>
              <a:ext uri="{FF2B5EF4-FFF2-40B4-BE49-F238E27FC236}">
                <a16:creationId xmlns:a16="http://schemas.microsoft.com/office/drawing/2014/main" id="{8ECDD913-0346-AD0A-948A-692FB809F702}"/>
              </a:ext>
            </a:extLst>
          </p:cNvPr>
          <p:cNvSpPr/>
          <p:nvPr/>
        </p:nvSpPr>
        <p:spPr>
          <a:xfrm>
            <a:off x="561109" y="1533698"/>
            <a:ext cx="2377440" cy="1234440"/>
          </a:xfrm>
          <a:prstGeom prst="round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1F4E79"/>
                </a:solidFill>
              </a:defRPr>
            </a:pPr>
            <a:r>
              <a:rPr dirty="0"/>
              <a:t>1,000</a:t>
            </a:r>
          </a:p>
          <a:p>
            <a:pPr algn="ctr">
              <a:defRPr sz="1100">
                <a:solidFill>
                  <a:srgbClr val="232323"/>
                </a:solidFill>
              </a:defRPr>
            </a:pPr>
            <a:r>
              <a:rPr dirty="0"/>
              <a:t>Records</a:t>
            </a:r>
          </a:p>
        </p:txBody>
      </p:sp>
      <p:sp>
        <p:nvSpPr>
          <p:cNvPr id="10" name="Rounded Rectangle 4">
            <a:extLst>
              <a:ext uri="{FF2B5EF4-FFF2-40B4-BE49-F238E27FC236}">
                <a16:creationId xmlns:a16="http://schemas.microsoft.com/office/drawing/2014/main" id="{3E118FB7-9723-B193-97F9-98A7DF20841F}"/>
              </a:ext>
            </a:extLst>
          </p:cNvPr>
          <p:cNvSpPr/>
          <p:nvPr/>
        </p:nvSpPr>
        <p:spPr>
          <a:xfrm>
            <a:off x="3246120" y="1533698"/>
            <a:ext cx="2377440" cy="1234440"/>
          </a:xfrm>
          <a:prstGeom prst="round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1F4E79"/>
                </a:solidFill>
              </a:defRPr>
            </a:pPr>
            <a:r>
              <a:rPr dirty="0"/>
              <a:t>58,304</a:t>
            </a:r>
          </a:p>
          <a:p>
            <a:pPr algn="ctr">
              <a:defRPr sz="1100">
                <a:solidFill>
                  <a:srgbClr val="232323"/>
                </a:solidFill>
              </a:defRPr>
            </a:pPr>
            <a:r>
              <a:rPr dirty="0"/>
              <a:t>Total Users</a:t>
            </a:r>
          </a:p>
        </p:txBody>
      </p:sp>
      <p:sp>
        <p:nvSpPr>
          <p:cNvPr id="13" name="Rounded Rectangle 5">
            <a:extLst>
              <a:ext uri="{FF2B5EF4-FFF2-40B4-BE49-F238E27FC236}">
                <a16:creationId xmlns:a16="http://schemas.microsoft.com/office/drawing/2014/main" id="{6E5798E4-5440-C1F6-C925-6FBCE62AF50B}"/>
              </a:ext>
            </a:extLst>
          </p:cNvPr>
          <p:cNvSpPr/>
          <p:nvPr/>
        </p:nvSpPr>
        <p:spPr>
          <a:xfrm>
            <a:off x="5931131" y="1533698"/>
            <a:ext cx="2377440" cy="1234440"/>
          </a:xfrm>
          <a:prstGeom prst="round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1F4E79"/>
                </a:solidFill>
              </a:defRPr>
            </a:pPr>
            <a:r>
              <a:rPr dirty="0"/>
              <a:t>58.30</a:t>
            </a:r>
          </a:p>
          <a:p>
            <a:pPr algn="ctr">
              <a:defRPr sz="1100">
                <a:solidFill>
                  <a:srgbClr val="232323"/>
                </a:solidFill>
              </a:defRPr>
            </a:pPr>
            <a:r>
              <a:rPr dirty="0"/>
              <a:t>Average / Record</a:t>
            </a:r>
          </a:p>
        </p:txBody>
      </p:sp>
      <p:sp>
        <p:nvSpPr>
          <p:cNvPr id="15" name="Rounded Rectangle 6">
            <a:extLst>
              <a:ext uri="{FF2B5EF4-FFF2-40B4-BE49-F238E27FC236}">
                <a16:creationId xmlns:a16="http://schemas.microsoft.com/office/drawing/2014/main" id="{1298680F-DEEA-FD8A-0DF1-288AF87092E0}"/>
              </a:ext>
            </a:extLst>
          </p:cNvPr>
          <p:cNvSpPr/>
          <p:nvPr/>
        </p:nvSpPr>
        <p:spPr>
          <a:xfrm>
            <a:off x="8616142" y="1533698"/>
            <a:ext cx="2377440" cy="1234440"/>
          </a:xfrm>
          <a:prstGeom prst="round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1F4E79"/>
                </a:solidFill>
              </a:defRPr>
            </a:pPr>
            <a:r>
              <a:t>249</a:t>
            </a:r>
          </a:p>
          <a:p>
            <a:pPr algn="ctr">
              <a:defRPr sz="1100">
                <a:solidFill>
                  <a:srgbClr val="232323"/>
                </a:solidFill>
              </a:defRPr>
            </a:pPr>
            <a:r>
              <a:t>Max / Record</a:t>
            </a:r>
          </a:p>
        </p:txBody>
      </p:sp>
      <p:sp>
        <p:nvSpPr>
          <p:cNvPr id="17" name="TextBox 16">
            <a:extLst>
              <a:ext uri="{FF2B5EF4-FFF2-40B4-BE49-F238E27FC236}">
                <a16:creationId xmlns:a16="http://schemas.microsoft.com/office/drawing/2014/main" id="{7C77AE25-E4CF-345B-8E4A-98A69A56F3CF}"/>
              </a:ext>
            </a:extLst>
          </p:cNvPr>
          <p:cNvSpPr txBox="1"/>
          <p:nvPr/>
        </p:nvSpPr>
        <p:spPr>
          <a:xfrm>
            <a:off x="561109" y="3171306"/>
            <a:ext cx="10607040" cy="2400657"/>
          </a:xfrm>
          <a:prstGeom prst="rect">
            <a:avLst/>
          </a:prstGeom>
          <a:noFill/>
        </p:spPr>
        <p:txBody>
          <a:bodyPr wrap="square">
            <a:spAutoFit/>
          </a:bodyPr>
          <a:lstStyle/>
          <a:p>
            <a:pPr>
              <a:spcAft>
                <a:spcPts val="1200"/>
              </a:spcAft>
              <a:defRPr sz="1600">
                <a:solidFill>
                  <a:srgbClr val="232323"/>
                </a:solidFill>
              </a:defRPr>
            </a:pPr>
            <a:r>
              <a:rPr sz="2000" dirty="0"/>
              <a:t>Main analysis table: </a:t>
            </a:r>
            <a:r>
              <a:rPr sz="2000" dirty="0" err="1"/>
              <a:t>BikeData</a:t>
            </a:r>
            <a:r>
              <a:rPr sz="2000" dirty="0"/>
              <a:t>.</a:t>
            </a:r>
          </a:p>
          <a:p>
            <a:pPr marL="342900" indent="-342900">
              <a:spcAft>
                <a:spcPts val="1200"/>
              </a:spcAft>
              <a:buFont typeface="Wingdings" panose="05000000000000000000" pitchFamily="2" charset="2"/>
              <a:buChar char="q"/>
              <a:defRPr sz="1600">
                <a:solidFill>
                  <a:srgbClr val="232323"/>
                </a:solidFill>
              </a:defRPr>
            </a:pPr>
            <a:r>
              <a:rPr sz="2000" dirty="0"/>
              <a:t>Supporting sheets include source/cleaned datasets, Calculations, </a:t>
            </a:r>
            <a:r>
              <a:rPr sz="2000" dirty="0" err="1"/>
              <a:t>Pivot_Analysis</a:t>
            </a:r>
            <a:r>
              <a:rPr sz="2000" dirty="0"/>
              <a:t>, Dashboard and </a:t>
            </a:r>
            <a:r>
              <a:rPr sz="2000" dirty="0" err="1"/>
              <a:t>Demand_Forecast</a:t>
            </a:r>
            <a:r>
              <a:rPr sz="2000" dirty="0"/>
              <a:t>.</a:t>
            </a:r>
          </a:p>
          <a:p>
            <a:pPr marL="342900" indent="-342900">
              <a:spcAft>
                <a:spcPts val="1200"/>
              </a:spcAft>
              <a:buFont typeface="Wingdings" panose="05000000000000000000" pitchFamily="2" charset="2"/>
              <a:buChar char="q"/>
              <a:defRPr sz="1600">
                <a:solidFill>
                  <a:srgbClr val="232323"/>
                </a:solidFill>
              </a:defRPr>
            </a:pPr>
            <a:r>
              <a:rPr sz="2000" dirty="0"/>
              <a:t>Coverage: 01 January 2011 to 14 February 2011 (45 dates).</a:t>
            </a:r>
          </a:p>
          <a:p>
            <a:pPr marL="342900" indent="-342900">
              <a:spcAft>
                <a:spcPts val="1200"/>
              </a:spcAft>
              <a:buFont typeface="Wingdings" panose="05000000000000000000" pitchFamily="2" charset="2"/>
              <a:buChar char="q"/>
              <a:defRPr sz="1600">
                <a:solidFill>
                  <a:srgbClr val="232323"/>
                </a:solidFill>
              </a:defRPr>
            </a:pPr>
            <a:r>
              <a:rPr sz="2000" dirty="0"/>
              <a:t>Key fields include time, season, month, hour, holiday, weekday, weather, temperature, humidity, wind speed, casual users, registered users and total users.</a:t>
            </a:r>
          </a:p>
        </p:txBody>
      </p:sp>
      <p:pic>
        <p:nvPicPr>
          <p:cNvPr id="4" name="Picture 3">
            <a:extLst>
              <a:ext uri="{FF2B5EF4-FFF2-40B4-BE49-F238E27FC236}">
                <a16:creationId xmlns:a16="http://schemas.microsoft.com/office/drawing/2014/main" id="{B4B38D19-F37B-7B43-66E9-DFD50037BB28}"/>
              </a:ext>
            </a:extLst>
          </p:cNvPr>
          <p:cNvPicPr>
            <a:picLocks noChangeAspect="1"/>
          </p:cNvPicPr>
          <p:nvPr/>
        </p:nvPicPr>
        <p:blipFill>
          <a:blip r:embed="rId2"/>
          <a:srcRect l="18459" t="38996" r="18045" b="39911"/>
          <a:stretch>
            <a:fillRect/>
          </a:stretch>
        </p:blipFill>
        <p:spPr>
          <a:xfrm>
            <a:off x="11041627" y="6231175"/>
            <a:ext cx="1150374" cy="626825"/>
          </a:xfrm>
          <a:prstGeom prst="rect">
            <a:avLst/>
          </a:prstGeom>
        </p:spPr>
      </p:pic>
      <p:pic>
        <p:nvPicPr>
          <p:cNvPr id="7" name="Picture 6">
            <a:extLst>
              <a:ext uri="{FF2B5EF4-FFF2-40B4-BE49-F238E27FC236}">
                <a16:creationId xmlns:a16="http://schemas.microsoft.com/office/drawing/2014/main" id="{FB74AAD8-4B36-DE9B-A5CE-2EFC8F1D004D}"/>
              </a:ext>
            </a:extLst>
          </p:cNvPr>
          <p:cNvPicPr>
            <a:picLocks noChangeAspect="1"/>
          </p:cNvPicPr>
          <p:nvPr/>
        </p:nvPicPr>
        <p:blipFill>
          <a:blip r:embed="rId2"/>
          <a:srcRect l="18459" t="38996" r="18045" b="39911"/>
          <a:stretch>
            <a:fillRect/>
          </a:stretch>
        </p:blipFill>
        <p:spPr>
          <a:xfrm flipH="1">
            <a:off x="0" y="6231174"/>
            <a:ext cx="1150374" cy="626825"/>
          </a:xfrm>
          <a:prstGeom prst="rect">
            <a:avLst/>
          </a:prstGeom>
        </p:spPr>
      </p:pic>
    </p:spTree>
    <p:extLst>
      <p:ext uri="{BB962C8B-B14F-4D97-AF65-F5344CB8AC3E}">
        <p14:creationId xmlns:p14="http://schemas.microsoft.com/office/powerpoint/2010/main" val="691802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E6E75C-2888-0E44-2106-4AFC84853F00}"/>
              </a:ext>
            </a:extLst>
          </p:cNvPr>
          <p:cNvSpPr txBox="1"/>
          <p:nvPr/>
        </p:nvSpPr>
        <p:spPr>
          <a:xfrm>
            <a:off x="482139" y="669175"/>
            <a:ext cx="9243752" cy="646331"/>
          </a:xfrm>
          <a:prstGeom prst="rect">
            <a:avLst/>
          </a:prstGeom>
          <a:noFill/>
        </p:spPr>
        <p:txBody>
          <a:bodyPr wrap="square">
            <a:spAutoFit/>
          </a:bodyPr>
          <a:lstStyle/>
          <a:p>
            <a:pPr>
              <a:defRPr sz="2700" b="1">
                <a:solidFill>
                  <a:srgbClr val="1F4E79"/>
                </a:solidFill>
              </a:defRPr>
            </a:pPr>
            <a:r>
              <a:rPr sz="3600" dirty="0"/>
              <a:t>Data Loading, Cleaning &amp; Transformation</a:t>
            </a:r>
          </a:p>
        </p:txBody>
      </p:sp>
      <p:sp>
        <p:nvSpPr>
          <p:cNvPr id="5" name="TextBox 4">
            <a:extLst>
              <a:ext uri="{FF2B5EF4-FFF2-40B4-BE49-F238E27FC236}">
                <a16:creationId xmlns:a16="http://schemas.microsoft.com/office/drawing/2014/main" id="{0AC4B407-B456-F374-56F3-ADD536D7873B}"/>
              </a:ext>
            </a:extLst>
          </p:cNvPr>
          <p:cNvSpPr txBox="1"/>
          <p:nvPr/>
        </p:nvSpPr>
        <p:spPr>
          <a:xfrm>
            <a:off x="482139" y="1658388"/>
            <a:ext cx="10656916" cy="3323987"/>
          </a:xfrm>
          <a:prstGeom prst="rect">
            <a:avLst/>
          </a:prstGeom>
          <a:noFill/>
        </p:spPr>
        <p:txBody>
          <a:bodyPr wrap="square">
            <a:spAutoFit/>
          </a:bodyPr>
          <a:lstStyle/>
          <a:p>
            <a:pPr marL="342900" indent="-342900">
              <a:spcAft>
                <a:spcPts val="1200"/>
              </a:spcAft>
              <a:buFont typeface="Wingdings" panose="05000000000000000000" pitchFamily="2" charset="2"/>
              <a:buChar char="q"/>
              <a:defRPr sz="1700">
                <a:solidFill>
                  <a:srgbClr val="232323"/>
                </a:solidFill>
              </a:defRPr>
            </a:pPr>
            <a:r>
              <a:rPr sz="2000" dirty="0"/>
              <a:t>Datasets were organized into cleaned analysis tables and connected query structures.</a:t>
            </a:r>
          </a:p>
          <a:p>
            <a:pPr marL="342900" indent="-342900">
              <a:spcAft>
                <a:spcPts val="1200"/>
              </a:spcAft>
              <a:buFont typeface="Wingdings" panose="05000000000000000000" pitchFamily="2" charset="2"/>
              <a:buChar char="q"/>
              <a:defRPr sz="1700">
                <a:solidFill>
                  <a:srgbClr val="232323"/>
                </a:solidFill>
              </a:defRPr>
            </a:pPr>
            <a:r>
              <a:rPr sz="2000" dirty="0"/>
              <a:t>Dates and numeric fields were standardized for calculations and PivotTables.</a:t>
            </a:r>
          </a:p>
          <a:p>
            <a:pPr marL="342900" indent="-342900">
              <a:spcAft>
                <a:spcPts val="1200"/>
              </a:spcAft>
              <a:buFont typeface="Wingdings" panose="05000000000000000000" pitchFamily="2" charset="2"/>
              <a:buChar char="q"/>
              <a:defRPr sz="1700">
                <a:solidFill>
                  <a:srgbClr val="232323"/>
                </a:solidFill>
              </a:defRPr>
            </a:pPr>
            <a:r>
              <a:rPr sz="2000" dirty="0"/>
              <a:t>Duplicate Instant values were checked to support record uniqueness.</a:t>
            </a:r>
          </a:p>
          <a:p>
            <a:pPr marL="342900" indent="-342900">
              <a:spcAft>
                <a:spcPts val="1200"/>
              </a:spcAft>
              <a:buFont typeface="Wingdings" panose="05000000000000000000" pitchFamily="2" charset="2"/>
              <a:buChar char="q"/>
              <a:defRPr sz="1700">
                <a:solidFill>
                  <a:srgbClr val="232323"/>
                </a:solidFill>
              </a:defRPr>
            </a:pPr>
            <a:r>
              <a:rPr sz="2000" dirty="0"/>
              <a:t>Missing temperature values were handled using an average-value replacement approach.</a:t>
            </a:r>
          </a:p>
          <a:p>
            <a:pPr marL="342900" indent="-342900">
              <a:spcAft>
                <a:spcPts val="1200"/>
              </a:spcAft>
              <a:buFont typeface="Wingdings" panose="05000000000000000000" pitchFamily="2" charset="2"/>
              <a:buChar char="q"/>
              <a:defRPr sz="1700">
                <a:solidFill>
                  <a:srgbClr val="232323"/>
                </a:solidFill>
              </a:defRPr>
            </a:pPr>
            <a:r>
              <a:rPr sz="2000" dirty="0"/>
              <a:t>Derived fields were created for </a:t>
            </a:r>
            <a:r>
              <a:rPr sz="2000" dirty="0" err="1"/>
              <a:t>Day_Type</a:t>
            </a:r>
            <a:r>
              <a:rPr sz="2000" dirty="0"/>
              <a:t> and </a:t>
            </a:r>
            <a:r>
              <a:rPr sz="2000" dirty="0" err="1"/>
              <a:t>Demand_Level</a:t>
            </a:r>
            <a:r>
              <a:rPr sz="2000" dirty="0"/>
              <a:t>.</a:t>
            </a:r>
          </a:p>
          <a:p>
            <a:pPr marL="342900" indent="-342900">
              <a:spcAft>
                <a:spcPts val="1200"/>
              </a:spcAft>
              <a:buFont typeface="Wingdings" panose="05000000000000000000" pitchFamily="2" charset="2"/>
              <a:buChar char="q"/>
              <a:defRPr sz="1700">
                <a:solidFill>
                  <a:srgbClr val="232323"/>
                </a:solidFill>
              </a:defRPr>
            </a:pPr>
            <a:r>
              <a:rPr sz="2000" dirty="0"/>
              <a:t>LEFT, RIGHT, LEN and TEXT were included as explicit Excel function demonstrations.</a:t>
            </a:r>
          </a:p>
        </p:txBody>
      </p:sp>
      <p:pic>
        <p:nvPicPr>
          <p:cNvPr id="4" name="Picture 3">
            <a:extLst>
              <a:ext uri="{FF2B5EF4-FFF2-40B4-BE49-F238E27FC236}">
                <a16:creationId xmlns:a16="http://schemas.microsoft.com/office/drawing/2014/main" id="{D375F7A3-F763-5363-90AD-604F50F53375}"/>
              </a:ext>
            </a:extLst>
          </p:cNvPr>
          <p:cNvPicPr>
            <a:picLocks noChangeAspect="1"/>
          </p:cNvPicPr>
          <p:nvPr/>
        </p:nvPicPr>
        <p:blipFill>
          <a:blip r:embed="rId2"/>
          <a:srcRect l="18459" t="38996" r="18045" b="39911"/>
          <a:stretch>
            <a:fillRect/>
          </a:stretch>
        </p:blipFill>
        <p:spPr>
          <a:xfrm>
            <a:off x="11041627" y="6231175"/>
            <a:ext cx="1150374" cy="626825"/>
          </a:xfrm>
          <a:prstGeom prst="rect">
            <a:avLst/>
          </a:prstGeom>
        </p:spPr>
      </p:pic>
      <p:pic>
        <p:nvPicPr>
          <p:cNvPr id="7" name="Picture 6">
            <a:extLst>
              <a:ext uri="{FF2B5EF4-FFF2-40B4-BE49-F238E27FC236}">
                <a16:creationId xmlns:a16="http://schemas.microsoft.com/office/drawing/2014/main" id="{156BDD90-2A59-AC80-9505-E5FAA30FA94F}"/>
              </a:ext>
            </a:extLst>
          </p:cNvPr>
          <p:cNvPicPr>
            <a:picLocks noChangeAspect="1"/>
          </p:cNvPicPr>
          <p:nvPr/>
        </p:nvPicPr>
        <p:blipFill>
          <a:blip r:embed="rId2"/>
          <a:srcRect l="18459" t="38996" r="18045" b="39911"/>
          <a:stretch>
            <a:fillRect/>
          </a:stretch>
        </p:blipFill>
        <p:spPr>
          <a:xfrm flipH="1">
            <a:off x="0" y="6231174"/>
            <a:ext cx="1150374" cy="626825"/>
          </a:xfrm>
          <a:prstGeom prst="rect">
            <a:avLst/>
          </a:prstGeom>
        </p:spPr>
      </p:pic>
    </p:spTree>
    <p:extLst>
      <p:ext uri="{BB962C8B-B14F-4D97-AF65-F5344CB8AC3E}">
        <p14:creationId xmlns:p14="http://schemas.microsoft.com/office/powerpoint/2010/main" val="3191866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93A0AF-5782-8DE8-EB6E-FB44EF7DA02C}"/>
              </a:ext>
            </a:extLst>
          </p:cNvPr>
          <p:cNvSpPr txBox="1"/>
          <p:nvPr/>
        </p:nvSpPr>
        <p:spPr>
          <a:xfrm>
            <a:off x="444731" y="635923"/>
            <a:ext cx="8599516" cy="646331"/>
          </a:xfrm>
          <a:prstGeom prst="rect">
            <a:avLst/>
          </a:prstGeom>
          <a:noFill/>
        </p:spPr>
        <p:txBody>
          <a:bodyPr wrap="square">
            <a:spAutoFit/>
          </a:bodyPr>
          <a:lstStyle/>
          <a:p>
            <a:pPr>
              <a:defRPr sz="2700" b="1">
                <a:solidFill>
                  <a:srgbClr val="1F4E79"/>
                </a:solidFill>
              </a:defRPr>
            </a:pPr>
            <a:r>
              <a:rPr sz="3600" dirty="0"/>
              <a:t>Conditional Logic &amp; Lookup Functions</a:t>
            </a:r>
          </a:p>
        </p:txBody>
      </p:sp>
      <p:sp>
        <p:nvSpPr>
          <p:cNvPr id="5" name="TextBox 4">
            <a:extLst>
              <a:ext uri="{FF2B5EF4-FFF2-40B4-BE49-F238E27FC236}">
                <a16:creationId xmlns:a16="http://schemas.microsoft.com/office/drawing/2014/main" id="{24324270-F4E3-ECE8-0C3C-957B3A5DF878}"/>
              </a:ext>
            </a:extLst>
          </p:cNvPr>
          <p:cNvSpPr txBox="1"/>
          <p:nvPr/>
        </p:nvSpPr>
        <p:spPr>
          <a:xfrm>
            <a:off x="444731" y="1641763"/>
            <a:ext cx="10611196" cy="3512127"/>
          </a:xfrm>
          <a:prstGeom prst="rect">
            <a:avLst/>
          </a:prstGeom>
          <a:noFill/>
        </p:spPr>
        <p:txBody>
          <a:bodyPr wrap="square">
            <a:spAutoFit/>
          </a:bodyPr>
          <a:lstStyle/>
          <a:p>
            <a:pPr marL="342900" indent="-342900">
              <a:spcAft>
                <a:spcPts val="1200"/>
              </a:spcAft>
              <a:buFont typeface="Wingdings" panose="05000000000000000000" pitchFamily="2" charset="2"/>
              <a:buChar char="q"/>
              <a:defRPr sz="1700">
                <a:solidFill>
                  <a:srgbClr val="232323"/>
                </a:solidFill>
              </a:defRPr>
            </a:pPr>
            <a:r>
              <a:rPr sz="2000" dirty="0" err="1"/>
              <a:t>Day_Type</a:t>
            </a:r>
            <a:r>
              <a:rPr sz="2000" dirty="0"/>
              <a:t>: IF logic classifies Weekday values 0/6 as "Weekend" and the remaining values as "Weekday".</a:t>
            </a:r>
          </a:p>
          <a:p>
            <a:pPr marL="342900" indent="-342900">
              <a:spcAft>
                <a:spcPts val="1200"/>
              </a:spcAft>
              <a:buFont typeface="Wingdings" panose="05000000000000000000" pitchFamily="2" charset="2"/>
              <a:buChar char="q"/>
              <a:defRPr sz="1700">
                <a:solidFill>
                  <a:srgbClr val="232323"/>
                </a:solidFill>
              </a:defRPr>
            </a:pPr>
            <a:r>
              <a:rPr sz="2000" dirty="0" err="1"/>
              <a:t>Demand_Level</a:t>
            </a:r>
            <a:r>
              <a:rPr sz="2000" dirty="0"/>
              <a:t>: records are classified as Low, Medium or High using </a:t>
            </a:r>
            <a:r>
              <a:rPr sz="2000" dirty="0" err="1"/>
              <a:t>Total_User</a:t>
            </a:r>
            <a:r>
              <a:rPr sz="2000" dirty="0"/>
              <a:t> thresholds.</a:t>
            </a:r>
          </a:p>
          <a:p>
            <a:pPr marL="342900" indent="-342900">
              <a:spcAft>
                <a:spcPts val="1200"/>
              </a:spcAft>
              <a:buFont typeface="Wingdings" panose="05000000000000000000" pitchFamily="2" charset="2"/>
              <a:buChar char="q"/>
              <a:defRPr sz="1700">
                <a:solidFill>
                  <a:srgbClr val="232323"/>
                </a:solidFill>
              </a:defRPr>
            </a:pPr>
            <a:r>
              <a:rPr sz="2000" dirty="0"/>
              <a:t>VLOOKUP demonstrates retrieval of a matching value from a cleaned table.</a:t>
            </a:r>
          </a:p>
          <a:p>
            <a:pPr marL="342900" indent="-342900">
              <a:spcAft>
                <a:spcPts val="1200"/>
              </a:spcAft>
              <a:buFont typeface="Wingdings" panose="05000000000000000000" pitchFamily="2" charset="2"/>
              <a:buChar char="q"/>
              <a:defRPr sz="1700">
                <a:solidFill>
                  <a:srgbClr val="232323"/>
                </a:solidFill>
              </a:defRPr>
            </a:pPr>
            <a:r>
              <a:rPr sz="2000" dirty="0"/>
              <a:t>INDEX + MATCH demonstrates flexible lookup and extraction using a common Instant key.</a:t>
            </a:r>
          </a:p>
          <a:p>
            <a:pPr marL="342900" indent="-342900">
              <a:spcAft>
                <a:spcPts val="1200"/>
              </a:spcAft>
              <a:buFont typeface="Wingdings" panose="05000000000000000000" pitchFamily="2" charset="2"/>
              <a:buChar char="q"/>
              <a:defRPr sz="1700">
                <a:solidFill>
                  <a:srgbClr val="232323"/>
                </a:solidFill>
              </a:defRPr>
            </a:pPr>
            <a:r>
              <a:rPr sz="2000" dirty="0"/>
              <a:t>These formulas provide auditable evidence for the project’s conditional-logic and lookup requirements.</a:t>
            </a:r>
          </a:p>
        </p:txBody>
      </p:sp>
      <p:pic>
        <p:nvPicPr>
          <p:cNvPr id="4" name="Picture 3">
            <a:extLst>
              <a:ext uri="{FF2B5EF4-FFF2-40B4-BE49-F238E27FC236}">
                <a16:creationId xmlns:a16="http://schemas.microsoft.com/office/drawing/2014/main" id="{9EFCCDDE-CAE7-F50E-CC4A-EA0D4E8C2285}"/>
              </a:ext>
            </a:extLst>
          </p:cNvPr>
          <p:cNvPicPr>
            <a:picLocks noChangeAspect="1"/>
          </p:cNvPicPr>
          <p:nvPr/>
        </p:nvPicPr>
        <p:blipFill>
          <a:blip r:embed="rId2"/>
          <a:srcRect l="18459" t="38996" r="18045" b="39911"/>
          <a:stretch>
            <a:fillRect/>
          </a:stretch>
        </p:blipFill>
        <p:spPr>
          <a:xfrm>
            <a:off x="11041627" y="6231175"/>
            <a:ext cx="1150374" cy="626825"/>
          </a:xfrm>
          <a:prstGeom prst="rect">
            <a:avLst/>
          </a:prstGeom>
        </p:spPr>
      </p:pic>
      <p:pic>
        <p:nvPicPr>
          <p:cNvPr id="7" name="Picture 6">
            <a:extLst>
              <a:ext uri="{FF2B5EF4-FFF2-40B4-BE49-F238E27FC236}">
                <a16:creationId xmlns:a16="http://schemas.microsoft.com/office/drawing/2014/main" id="{00617E95-BADB-BC8F-5408-BF1E9C4428D4}"/>
              </a:ext>
            </a:extLst>
          </p:cNvPr>
          <p:cNvPicPr>
            <a:picLocks noChangeAspect="1"/>
          </p:cNvPicPr>
          <p:nvPr/>
        </p:nvPicPr>
        <p:blipFill>
          <a:blip r:embed="rId2"/>
          <a:srcRect l="18459" t="38996" r="18045" b="39911"/>
          <a:stretch>
            <a:fillRect/>
          </a:stretch>
        </p:blipFill>
        <p:spPr>
          <a:xfrm flipH="1">
            <a:off x="0" y="6231174"/>
            <a:ext cx="1150374" cy="626825"/>
          </a:xfrm>
          <a:prstGeom prst="rect">
            <a:avLst/>
          </a:prstGeom>
        </p:spPr>
      </p:pic>
    </p:spTree>
    <p:extLst>
      <p:ext uri="{BB962C8B-B14F-4D97-AF65-F5344CB8AC3E}">
        <p14:creationId xmlns:p14="http://schemas.microsoft.com/office/powerpoint/2010/main" val="1538405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6D3BC2-5A6F-58AB-2DA7-B502F26E3894}"/>
              </a:ext>
            </a:extLst>
          </p:cNvPr>
          <p:cNvSpPr txBox="1"/>
          <p:nvPr/>
        </p:nvSpPr>
        <p:spPr>
          <a:xfrm>
            <a:off x="627610" y="653327"/>
            <a:ext cx="4260273" cy="646331"/>
          </a:xfrm>
          <a:prstGeom prst="rect">
            <a:avLst/>
          </a:prstGeom>
          <a:noFill/>
        </p:spPr>
        <p:txBody>
          <a:bodyPr wrap="square">
            <a:spAutoFit/>
          </a:bodyPr>
          <a:lstStyle/>
          <a:p>
            <a:pPr>
              <a:defRPr sz="2700" b="1">
                <a:solidFill>
                  <a:srgbClr val="1F4E79"/>
                </a:solidFill>
              </a:defRPr>
            </a:pPr>
            <a:r>
              <a:rPr sz="3600" dirty="0"/>
              <a:t>Statistical Analysis</a:t>
            </a:r>
          </a:p>
        </p:txBody>
      </p:sp>
      <p:sp>
        <p:nvSpPr>
          <p:cNvPr id="6" name="Rounded Rectangle 3">
            <a:extLst>
              <a:ext uri="{FF2B5EF4-FFF2-40B4-BE49-F238E27FC236}">
                <a16:creationId xmlns:a16="http://schemas.microsoft.com/office/drawing/2014/main" id="{66424E6B-8501-40DA-9D69-3B37A567C98A}"/>
              </a:ext>
            </a:extLst>
          </p:cNvPr>
          <p:cNvSpPr/>
          <p:nvPr/>
        </p:nvSpPr>
        <p:spPr>
          <a:xfrm>
            <a:off x="627610" y="1492135"/>
            <a:ext cx="2377440" cy="1143000"/>
          </a:xfrm>
          <a:prstGeom prst="round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1F4E79"/>
                </a:solidFill>
              </a:defRPr>
            </a:pPr>
            <a:r>
              <a:t>4,921</a:t>
            </a:r>
          </a:p>
          <a:p>
            <a:pPr algn="ctr">
              <a:defRPr sz="1100">
                <a:solidFill>
                  <a:srgbClr val="232323"/>
                </a:solidFill>
              </a:defRPr>
            </a:pPr>
            <a:r>
              <a:t>Casual Users</a:t>
            </a:r>
          </a:p>
        </p:txBody>
      </p:sp>
      <p:sp>
        <p:nvSpPr>
          <p:cNvPr id="8" name="Rounded Rectangle 4">
            <a:extLst>
              <a:ext uri="{FF2B5EF4-FFF2-40B4-BE49-F238E27FC236}">
                <a16:creationId xmlns:a16="http://schemas.microsoft.com/office/drawing/2014/main" id="{370CF94F-17EF-033B-B90A-06DE5268D5D2}"/>
              </a:ext>
            </a:extLst>
          </p:cNvPr>
          <p:cNvSpPr/>
          <p:nvPr/>
        </p:nvSpPr>
        <p:spPr>
          <a:xfrm>
            <a:off x="3262745" y="1492135"/>
            <a:ext cx="2377440" cy="1143000"/>
          </a:xfrm>
          <a:prstGeom prst="round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1F4E79"/>
                </a:solidFill>
              </a:defRPr>
            </a:pPr>
            <a:r>
              <a:rPr dirty="0"/>
              <a:t>53,383</a:t>
            </a:r>
          </a:p>
          <a:p>
            <a:pPr algn="ctr">
              <a:defRPr sz="1100">
                <a:solidFill>
                  <a:srgbClr val="232323"/>
                </a:solidFill>
              </a:defRPr>
            </a:pPr>
            <a:r>
              <a:rPr dirty="0"/>
              <a:t>Registered Users</a:t>
            </a:r>
          </a:p>
        </p:txBody>
      </p:sp>
      <p:sp>
        <p:nvSpPr>
          <p:cNvPr id="10" name="Rounded Rectangle 5">
            <a:extLst>
              <a:ext uri="{FF2B5EF4-FFF2-40B4-BE49-F238E27FC236}">
                <a16:creationId xmlns:a16="http://schemas.microsoft.com/office/drawing/2014/main" id="{C41B751B-0E64-F5C4-7C1D-42BD0E8FAA13}"/>
              </a:ext>
            </a:extLst>
          </p:cNvPr>
          <p:cNvSpPr/>
          <p:nvPr/>
        </p:nvSpPr>
        <p:spPr>
          <a:xfrm>
            <a:off x="5897880" y="1492135"/>
            <a:ext cx="2377440" cy="1143000"/>
          </a:xfrm>
          <a:prstGeom prst="round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1F4E79"/>
                </a:solidFill>
              </a:defRPr>
            </a:pPr>
            <a:r>
              <a:rPr dirty="0"/>
              <a:t>91.56%</a:t>
            </a:r>
          </a:p>
          <a:p>
            <a:pPr algn="ctr">
              <a:defRPr sz="1100">
                <a:solidFill>
                  <a:srgbClr val="232323"/>
                </a:solidFill>
              </a:defRPr>
            </a:pPr>
            <a:r>
              <a:rPr dirty="0"/>
              <a:t>Registered Share</a:t>
            </a:r>
          </a:p>
        </p:txBody>
      </p:sp>
      <p:sp>
        <p:nvSpPr>
          <p:cNvPr id="12" name="Rounded Rectangle 6">
            <a:extLst>
              <a:ext uri="{FF2B5EF4-FFF2-40B4-BE49-F238E27FC236}">
                <a16:creationId xmlns:a16="http://schemas.microsoft.com/office/drawing/2014/main" id="{6DD86793-64B0-DEA0-38E1-F89453E09536}"/>
              </a:ext>
            </a:extLst>
          </p:cNvPr>
          <p:cNvSpPr/>
          <p:nvPr/>
        </p:nvSpPr>
        <p:spPr>
          <a:xfrm>
            <a:off x="8533015" y="1492135"/>
            <a:ext cx="2377440" cy="1143000"/>
          </a:xfrm>
          <a:prstGeom prst="round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1F4E79"/>
                </a:solidFill>
              </a:defRPr>
            </a:pPr>
            <a:r>
              <a:rPr dirty="0"/>
              <a:t>1–249</a:t>
            </a:r>
          </a:p>
          <a:p>
            <a:pPr algn="ctr">
              <a:defRPr sz="1100">
                <a:solidFill>
                  <a:srgbClr val="232323"/>
                </a:solidFill>
              </a:defRPr>
            </a:pPr>
            <a:r>
              <a:rPr dirty="0"/>
              <a:t>Demand Range</a:t>
            </a:r>
          </a:p>
        </p:txBody>
      </p:sp>
      <p:sp>
        <p:nvSpPr>
          <p:cNvPr id="14" name="TextBox 13">
            <a:extLst>
              <a:ext uri="{FF2B5EF4-FFF2-40B4-BE49-F238E27FC236}">
                <a16:creationId xmlns:a16="http://schemas.microsoft.com/office/drawing/2014/main" id="{6DC2D288-BD71-DE20-5C00-C6B31270020D}"/>
              </a:ext>
            </a:extLst>
          </p:cNvPr>
          <p:cNvSpPr txBox="1"/>
          <p:nvPr/>
        </p:nvSpPr>
        <p:spPr>
          <a:xfrm>
            <a:off x="627610" y="3150777"/>
            <a:ext cx="10515600" cy="2144177"/>
          </a:xfrm>
          <a:prstGeom prst="rect">
            <a:avLst/>
          </a:prstGeom>
          <a:noFill/>
        </p:spPr>
        <p:txBody>
          <a:bodyPr wrap="square">
            <a:spAutoFit/>
          </a:bodyPr>
          <a:lstStyle/>
          <a:p>
            <a:pPr marL="342900" indent="-342900">
              <a:spcAft>
                <a:spcPts val="1000"/>
              </a:spcAft>
              <a:buFont typeface="Wingdings" panose="05000000000000000000" pitchFamily="2" charset="2"/>
              <a:buChar char="q"/>
              <a:defRPr sz="1700">
                <a:solidFill>
                  <a:srgbClr val="232323"/>
                </a:solidFill>
              </a:defRPr>
            </a:pPr>
            <a:r>
              <a:rPr sz="2000" dirty="0"/>
              <a:t>COUNT / SUM / AVERAGE: 1,000 records, 58,304 total users, 58.30 average users.</a:t>
            </a:r>
          </a:p>
          <a:p>
            <a:pPr marL="342900" indent="-342900">
              <a:spcAft>
                <a:spcPts val="1000"/>
              </a:spcAft>
              <a:buFont typeface="Wingdings" panose="05000000000000000000" pitchFamily="2" charset="2"/>
              <a:buChar char="q"/>
              <a:defRPr sz="1700">
                <a:solidFill>
                  <a:srgbClr val="232323"/>
                </a:solidFill>
              </a:defRPr>
            </a:pPr>
            <a:r>
              <a:rPr sz="2000" dirty="0"/>
              <a:t>STDEV.S: used to measure demand variability.</a:t>
            </a:r>
          </a:p>
          <a:p>
            <a:pPr marL="342900" indent="-342900">
              <a:spcAft>
                <a:spcPts val="1000"/>
              </a:spcAft>
              <a:buFont typeface="Wingdings" panose="05000000000000000000" pitchFamily="2" charset="2"/>
              <a:buChar char="q"/>
              <a:defRPr sz="1700">
                <a:solidFill>
                  <a:srgbClr val="232323"/>
                </a:solidFill>
              </a:defRPr>
            </a:pPr>
            <a:r>
              <a:rPr sz="2000" dirty="0"/>
              <a:t>CORREL Temperature vs </a:t>
            </a:r>
            <a:r>
              <a:rPr sz="2000" dirty="0" err="1"/>
              <a:t>Total_User</a:t>
            </a:r>
            <a:r>
              <a:rPr sz="2000" dirty="0"/>
              <a:t>: r = 0.229.</a:t>
            </a:r>
          </a:p>
          <a:p>
            <a:pPr marL="342900" indent="-342900">
              <a:spcAft>
                <a:spcPts val="1000"/>
              </a:spcAft>
              <a:buFont typeface="Wingdings" panose="05000000000000000000" pitchFamily="2" charset="2"/>
              <a:buChar char="q"/>
              <a:defRPr sz="1700">
                <a:solidFill>
                  <a:srgbClr val="232323"/>
                </a:solidFill>
              </a:defRPr>
            </a:pPr>
            <a:r>
              <a:rPr sz="2000" dirty="0"/>
              <a:t>CORREL Humidity vs </a:t>
            </a:r>
            <a:r>
              <a:rPr sz="2000" dirty="0" err="1"/>
              <a:t>Total_User</a:t>
            </a:r>
            <a:r>
              <a:rPr sz="2000" dirty="0"/>
              <a:t>: r = -0.254.</a:t>
            </a:r>
          </a:p>
          <a:p>
            <a:pPr marL="342900" indent="-342900">
              <a:spcAft>
                <a:spcPts val="1000"/>
              </a:spcAft>
              <a:buFont typeface="Wingdings" panose="05000000000000000000" pitchFamily="2" charset="2"/>
              <a:buChar char="q"/>
              <a:defRPr sz="1700">
                <a:solidFill>
                  <a:srgbClr val="232323"/>
                </a:solidFill>
              </a:defRPr>
            </a:pPr>
            <a:r>
              <a:rPr sz="2000" dirty="0"/>
              <a:t>CORREL Wind Speed vs </a:t>
            </a:r>
            <a:r>
              <a:rPr sz="2000" dirty="0" err="1"/>
              <a:t>Total_User</a:t>
            </a:r>
            <a:r>
              <a:rPr sz="2000" dirty="0"/>
              <a:t>: r = 0.104.</a:t>
            </a:r>
          </a:p>
        </p:txBody>
      </p:sp>
      <p:pic>
        <p:nvPicPr>
          <p:cNvPr id="3" name="Picture 2">
            <a:extLst>
              <a:ext uri="{FF2B5EF4-FFF2-40B4-BE49-F238E27FC236}">
                <a16:creationId xmlns:a16="http://schemas.microsoft.com/office/drawing/2014/main" id="{297B747B-318D-D22D-D2B3-FCB3389A2AD3}"/>
              </a:ext>
            </a:extLst>
          </p:cNvPr>
          <p:cNvPicPr>
            <a:picLocks noChangeAspect="1"/>
          </p:cNvPicPr>
          <p:nvPr/>
        </p:nvPicPr>
        <p:blipFill>
          <a:blip r:embed="rId2"/>
          <a:srcRect l="18459" t="38996" r="18045" b="39911"/>
          <a:stretch>
            <a:fillRect/>
          </a:stretch>
        </p:blipFill>
        <p:spPr>
          <a:xfrm>
            <a:off x="11041627" y="6231175"/>
            <a:ext cx="1150374" cy="626825"/>
          </a:xfrm>
          <a:prstGeom prst="rect">
            <a:avLst/>
          </a:prstGeom>
        </p:spPr>
      </p:pic>
      <p:pic>
        <p:nvPicPr>
          <p:cNvPr id="7" name="Picture 6">
            <a:extLst>
              <a:ext uri="{FF2B5EF4-FFF2-40B4-BE49-F238E27FC236}">
                <a16:creationId xmlns:a16="http://schemas.microsoft.com/office/drawing/2014/main" id="{AA5C1F68-0FAB-7A26-40FB-F8965EEC8411}"/>
              </a:ext>
            </a:extLst>
          </p:cNvPr>
          <p:cNvPicPr>
            <a:picLocks noChangeAspect="1"/>
          </p:cNvPicPr>
          <p:nvPr/>
        </p:nvPicPr>
        <p:blipFill>
          <a:blip r:embed="rId2"/>
          <a:srcRect l="18459" t="38996" r="18045" b="39911"/>
          <a:stretch>
            <a:fillRect/>
          </a:stretch>
        </p:blipFill>
        <p:spPr>
          <a:xfrm flipH="1">
            <a:off x="0" y="6231174"/>
            <a:ext cx="1150374" cy="626825"/>
          </a:xfrm>
          <a:prstGeom prst="rect">
            <a:avLst/>
          </a:prstGeom>
        </p:spPr>
      </p:pic>
    </p:spTree>
    <p:extLst>
      <p:ext uri="{BB962C8B-B14F-4D97-AF65-F5344CB8AC3E}">
        <p14:creationId xmlns:p14="http://schemas.microsoft.com/office/powerpoint/2010/main" val="3949605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9BB275-C6E7-E097-19CB-65FC2DFE6356}"/>
              </a:ext>
            </a:extLst>
          </p:cNvPr>
          <p:cNvSpPr txBox="1"/>
          <p:nvPr/>
        </p:nvSpPr>
        <p:spPr>
          <a:xfrm>
            <a:off x="696296" y="278454"/>
            <a:ext cx="6853844" cy="646331"/>
          </a:xfrm>
          <a:prstGeom prst="rect">
            <a:avLst/>
          </a:prstGeom>
          <a:noFill/>
        </p:spPr>
        <p:txBody>
          <a:bodyPr wrap="square">
            <a:spAutoFit/>
          </a:bodyPr>
          <a:lstStyle/>
          <a:p>
            <a:pPr>
              <a:defRPr sz="2700" b="1">
                <a:solidFill>
                  <a:srgbClr val="1F4E79"/>
                </a:solidFill>
              </a:defRPr>
            </a:pPr>
            <a:r>
              <a:rPr sz="3600" dirty="0"/>
              <a:t>Time-Based Demand Analysis</a:t>
            </a:r>
          </a:p>
        </p:txBody>
      </p:sp>
      <p:sp>
        <p:nvSpPr>
          <p:cNvPr id="5" name="TextBox 4">
            <a:extLst>
              <a:ext uri="{FF2B5EF4-FFF2-40B4-BE49-F238E27FC236}">
                <a16:creationId xmlns:a16="http://schemas.microsoft.com/office/drawing/2014/main" id="{A00602B3-63F0-C96A-B44D-CF78AB3C87BC}"/>
              </a:ext>
            </a:extLst>
          </p:cNvPr>
          <p:cNvSpPr txBox="1"/>
          <p:nvPr/>
        </p:nvSpPr>
        <p:spPr>
          <a:xfrm>
            <a:off x="715129" y="990287"/>
            <a:ext cx="6853844" cy="323165"/>
          </a:xfrm>
          <a:prstGeom prst="rect">
            <a:avLst/>
          </a:prstGeom>
          <a:noFill/>
        </p:spPr>
        <p:txBody>
          <a:bodyPr wrap="square">
            <a:spAutoFit/>
          </a:bodyPr>
          <a:lstStyle/>
          <a:p>
            <a:pPr>
              <a:defRPr sz="1500" b="1">
                <a:solidFill>
                  <a:srgbClr val="1F4E79"/>
                </a:solidFill>
              </a:defRPr>
            </a:pPr>
            <a:r>
              <a:rPr lang="en-IN" dirty="0"/>
              <a:t>  </a:t>
            </a:r>
            <a:r>
              <a:rPr dirty="0"/>
              <a:t>Average Demand by Hour</a:t>
            </a:r>
          </a:p>
        </p:txBody>
      </p:sp>
      <p:sp>
        <p:nvSpPr>
          <p:cNvPr id="56" name="TextBox 55">
            <a:extLst>
              <a:ext uri="{FF2B5EF4-FFF2-40B4-BE49-F238E27FC236}">
                <a16:creationId xmlns:a16="http://schemas.microsoft.com/office/drawing/2014/main" id="{3AC3CE11-1B73-58FF-EA9D-52CB38F23989}"/>
              </a:ext>
            </a:extLst>
          </p:cNvPr>
          <p:cNvSpPr txBox="1"/>
          <p:nvPr/>
        </p:nvSpPr>
        <p:spPr>
          <a:xfrm>
            <a:off x="696296" y="5646531"/>
            <a:ext cx="10607040" cy="738664"/>
          </a:xfrm>
          <a:prstGeom prst="rect">
            <a:avLst/>
          </a:prstGeom>
          <a:noFill/>
        </p:spPr>
        <p:txBody>
          <a:bodyPr wrap="square">
            <a:spAutoFit/>
          </a:bodyPr>
          <a:lstStyle/>
          <a:p>
            <a:pPr marL="285750" indent="-285750">
              <a:spcAft>
                <a:spcPts val="1200"/>
              </a:spcAft>
              <a:buFont typeface="Arial" panose="020B0604020202020204" pitchFamily="34" charset="0"/>
              <a:buChar char="•"/>
              <a:defRPr sz="1200">
                <a:solidFill>
                  <a:srgbClr val="232323"/>
                </a:solidFill>
              </a:defRPr>
            </a:pPr>
            <a:r>
              <a:rPr sz="1600" dirty="0"/>
              <a:t>Highest average hour: 17:00 (140.20 users).</a:t>
            </a:r>
          </a:p>
          <a:p>
            <a:pPr marL="285750" indent="-285750">
              <a:spcAft>
                <a:spcPts val="1200"/>
              </a:spcAft>
              <a:buFont typeface="Arial" panose="020B0604020202020204" pitchFamily="34" charset="0"/>
              <a:buChar char="•"/>
              <a:defRPr sz="1200">
                <a:solidFill>
                  <a:srgbClr val="232323"/>
                </a:solidFill>
              </a:defRPr>
            </a:pPr>
            <a:r>
              <a:rPr sz="1600" dirty="0"/>
              <a:t>Next strongest: 08:00 (128.29) and 18:00 (122.86).</a:t>
            </a:r>
          </a:p>
        </p:txBody>
      </p:sp>
      <p:grpSp>
        <p:nvGrpSpPr>
          <p:cNvPr id="59" name="Group 58">
            <a:extLst>
              <a:ext uri="{FF2B5EF4-FFF2-40B4-BE49-F238E27FC236}">
                <a16:creationId xmlns:a16="http://schemas.microsoft.com/office/drawing/2014/main" id="{460F5145-E7C1-B4BC-3D3D-D6128777BDF2}"/>
              </a:ext>
            </a:extLst>
          </p:cNvPr>
          <p:cNvGrpSpPr/>
          <p:nvPr/>
        </p:nvGrpSpPr>
        <p:grpSpPr>
          <a:xfrm>
            <a:off x="802178" y="1540737"/>
            <a:ext cx="10109697" cy="4056086"/>
            <a:chOff x="802178" y="1540737"/>
            <a:chExt cx="10109697" cy="4056086"/>
          </a:xfrm>
        </p:grpSpPr>
        <p:grpSp>
          <p:nvGrpSpPr>
            <p:cNvPr id="6" name="Group 5">
              <a:extLst>
                <a:ext uri="{FF2B5EF4-FFF2-40B4-BE49-F238E27FC236}">
                  <a16:creationId xmlns:a16="http://schemas.microsoft.com/office/drawing/2014/main" id="{A92A62AA-4491-A172-FBAF-E8E92C73B383}"/>
                </a:ext>
              </a:extLst>
            </p:cNvPr>
            <p:cNvGrpSpPr/>
            <p:nvPr/>
          </p:nvGrpSpPr>
          <p:grpSpPr>
            <a:xfrm>
              <a:off x="802178" y="1826143"/>
              <a:ext cx="10109697" cy="3770680"/>
              <a:chOff x="1188719" y="2093354"/>
              <a:chExt cx="10109697" cy="3468201"/>
            </a:xfrm>
          </p:grpSpPr>
          <p:sp>
            <p:nvSpPr>
              <p:cNvPr id="7" name="Rectangle 6">
                <a:extLst>
                  <a:ext uri="{FF2B5EF4-FFF2-40B4-BE49-F238E27FC236}">
                    <a16:creationId xmlns:a16="http://schemas.microsoft.com/office/drawing/2014/main" id="{C379E543-7337-7B30-7824-F84D659D23B0}"/>
                  </a:ext>
                </a:extLst>
              </p:cNvPr>
              <p:cNvSpPr/>
              <p:nvPr/>
            </p:nvSpPr>
            <p:spPr>
              <a:xfrm>
                <a:off x="1188719" y="4887680"/>
                <a:ext cx="277367" cy="41583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B1933C2E-9AFD-7319-B210-682356FD93AE}"/>
                  </a:ext>
                </a:extLst>
              </p:cNvPr>
              <p:cNvSpPr txBox="1"/>
              <p:nvPr/>
            </p:nvSpPr>
            <p:spPr>
              <a:xfrm>
                <a:off x="1203009" y="5349240"/>
                <a:ext cx="248787" cy="212315"/>
              </a:xfrm>
              <a:prstGeom prst="rect">
                <a:avLst/>
              </a:prstGeom>
              <a:noFill/>
            </p:spPr>
            <p:txBody>
              <a:bodyPr wrap="none">
                <a:spAutoFit/>
              </a:bodyPr>
              <a:lstStyle/>
              <a:p>
                <a:pPr algn="ctr">
                  <a:defRPr sz="800">
                    <a:solidFill>
                      <a:srgbClr val="232323"/>
                    </a:solidFill>
                  </a:defRPr>
                </a:pPr>
                <a:r>
                  <a:rPr sz="900" b="1"/>
                  <a:t>0</a:t>
                </a:r>
              </a:p>
            </p:txBody>
          </p:sp>
          <p:sp>
            <p:nvSpPr>
              <p:cNvPr id="9" name="Rectangle 8">
                <a:extLst>
                  <a:ext uri="{FF2B5EF4-FFF2-40B4-BE49-F238E27FC236}">
                    <a16:creationId xmlns:a16="http://schemas.microsoft.com/office/drawing/2014/main" id="{567BE1F3-6773-333F-1C9F-F5A5E2D3DCB5}"/>
                  </a:ext>
                </a:extLst>
              </p:cNvPr>
              <p:cNvSpPr/>
              <p:nvPr/>
            </p:nvSpPr>
            <p:spPr>
              <a:xfrm>
                <a:off x="1615439" y="5031420"/>
                <a:ext cx="277367" cy="27209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8BE4E851-D3E8-28F4-1B3C-2C0802CEAF3C}"/>
                  </a:ext>
                </a:extLst>
              </p:cNvPr>
              <p:cNvSpPr txBox="1"/>
              <p:nvPr/>
            </p:nvSpPr>
            <p:spPr>
              <a:xfrm>
                <a:off x="1629729" y="5349240"/>
                <a:ext cx="248787" cy="212315"/>
              </a:xfrm>
              <a:prstGeom prst="rect">
                <a:avLst/>
              </a:prstGeom>
              <a:noFill/>
            </p:spPr>
            <p:txBody>
              <a:bodyPr wrap="none">
                <a:spAutoFit/>
              </a:bodyPr>
              <a:lstStyle/>
              <a:p>
                <a:pPr algn="ctr">
                  <a:defRPr sz="800">
                    <a:solidFill>
                      <a:srgbClr val="232323"/>
                    </a:solidFill>
                  </a:defRPr>
                </a:pPr>
                <a:r>
                  <a:rPr sz="900" b="1"/>
                  <a:t>1</a:t>
                </a:r>
              </a:p>
            </p:txBody>
          </p:sp>
          <p:sp>
            <p:nvSpPr>
              <p:cNvPr id="11" name="Rectangle 10">
                <a:extLst>
                  <a:ext uri="{FF2B5EF4-FFF2-40B4-BE49-F238E27FC236}">
                    <a16:creationId xmlns:a16="http://schemas.microsoft.com/office/drawing/2014/main" id="{EBD5D191-A3A5-99C8-CDDF-A2ADA383B239}"/>
                  </a:ext>
                </a:extLst>
              </p:cNvPr>
              <p:cNvSpPr/>
              <p:nvPr/>
            </p:nvSpPr>
            <p:spPr>
              <a:xfrm>
                <a:off x="2042159" y="5121129"/>
                <a:ext cx="277367" cy="18239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1C4542F7-3D28-D4EB-9F34-C80F93FCA6A1}"/>
                  </a:ext>
                </a:extLst>
              </p:cNvPr>
              <p:cNvSpPr txBox="1"/>
              <p:nvPr/>
            </p:nvSpPr>
            <p:spPr>
              <a:xfrm>
                <a:off x="2056449" y="5349240"/>
                <a:ext cx="248787" cy="212315"/>
              </a:xfrm>
              <a:prstGeom prst="rect">
                <a:avLst/>
              </a:prstGeom>
              <a:noFill/>
            </p:spPr>
            <p:txBody>
              <a:bodyPr wrap="none">
                <a:spAutoFit/>
              </a:bodyPr>
              <a:lstStyle/>
              <a:p>
                <a:pPr algn="ctr">
                  <a:defRPr sz="800">
                    <a:solidFill>
                      <a:srgbClr val="232323"/>
                    </a:solidFill>
                  </a:defRPr>
                </a:pPr>
                <a:r>
                  <a:rPr sz="900" b="1"/>
                  <a:t>2</a:t>
                </a:r>
              </a:p>
            </p:txBody>
          </p:sp>
          <p:sp>
            <p:nvSpPr>
              <p:cNvPr id="13" name="Rectangle 12">
                <a:extLst>
                  <a:ext uri="{FF2B5EF4-FFF2-40B4-BE49-F238E27FC236}">
                    <a16:creationId xmlns:a16="http://schemas.microsoft.com/office/drawing/2014/main" id="{DCF7D36E-74F8-AAC3-CFAB-09EE296459B1}"/>
                  </a:ext>
                </a:extLst>
              </p:cNvPr>
              <p:cNvSpPr/>
              <p:nvPr/>
            </p:nvSpPr>
            <p:spPr>
              <a:xfrm>
                <a:off x="2468879" y="5179624"/>
                <a:ext cx="277367" cy="12389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3DE3ABE8-D468-86F9-F104-B3B4882B50C0}"/>
                  </a:ext>
                </a:extLst>
              </p:cNvPr>
              <p:cNvSpPr txBox="1"/>
              <p:nvPr/>
            </p:nvSpPr>
            <p:spPr>
              <a:xfrm>
                <a:off x="2483169" y="5349240"/>
                <a:ext cx="248787" cy="212315"/>
              </a:xfrm>
              <a:prstGeom prst="rect">
                <a:avLst/>
              </a:prstGeom>
              <a:noFill/>
            </p:spPr>
            <p:txBody>
              <a:bodyPr wrap="none">
                <a:spAutoFit/>
              </a:bodyPr>
              <a:lstStyle/>
              <a:p>
                <a:pPr algn="ctr">
                  <a:defRPr sz="800">
                    <a:solidFill>
                      <a:srgbClr val="232323"/>
                    </a:solidFill>
                  </a:defRPr>
                </a:pPr>
                <a:r>
                  <a:rPr sz="900" b="1"/>
                  <a:t>3</a:t>
                </a:r>
              </a:p>
            </p:txBody>
          </p:sp>
          <p:sp>
            <p:nvSpPr>
              <p:cNvPr id="15" name="Rectangle 14">
                <a:extLst>
                  <a:ext uri="{FF2B5EF4-FFF2-40B4-BE49-F238E27FC236}">
                    <a16:creationId xmlns:a16="http://schemas.microsoft.com/office/drawing/2014/main" id="{C7BC0A88-D8EA-10B2-BDB3-586B6CEFD425}"/>
                  </a:ext>
                </a:extLst>
              </p:cNvPr>
              <p:cNvSpPr/>
              <p:nvPr/>
            </p:nvSpPr>
            <p:spPr>
              <a:xfrm>
                <a:off x="2895599" y="5248674"/>
                <a:ext cx="277367" cy="5484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FE7DBE3F-F507-0222-91BA-D32653339AFA}"/>
                  </a:ext>
                </a:extLst>
              </p:cNvPr>
              <p:cNvSpPr txBox="1"/>
              <p:nvPr/>
            </p:nvSpPr>
            <p:spPr>
              <a:xfrm>
                <a:off x="2909889" y="5349240"/>
                <a:ext cx="248787" cy="212315"/>
              </a:xfrm>
              <a:prstGeom prst="rect">
                <a:avLst/>
              </a:prstGeom>
              <a:noFill/>
            </p:spPr>
            <p:txBody>
              <a:bodyPr wrap="none">
                <a:spAutoFit/>
              </a:bodyPr>
              <a:lstStyle/>
              <a:p>
                <a:pPr algn="ctr">
                  <a:defRPr sz="800">
                    <a:solidFill>
                      <a:srgbClr val="232323"/>
                    </a:solidFill>
                  </a:defRPr>
                </a:pPr>
                <a:r>
                  <a:rPr sz="900" b="1"/>
                  <a:t>4</a:t>
                </a:r>
              </a:p>
            </p:txBody>
          </p:sp>
          <p:sp>
            <p:nvSpPr>
              <p:cNvPr id="17" name="Rectangle 16">
                <a:extLst>
                  <a:ext uri="{FF2B5EF4-FFF2-40B4-BE49-F238E27FC236}">
                    <a16:creationId xmlns:a16="http://schemas.microsoft.com/office/drawing/2014/main" id="{89CF0293-F24D-B657-555D-A57F0560DADB}"/>
                  </a:ext>
                </a:extLst>
              </p:cNvPr>
              <p:cNvSpPr/>
              <p:nvPr/>
            </p:nvSpPr>
            <p:spPr>
              <a:xfrm>
                <a:off x="3322319" y="5196560"/>
                <a:ext cx="277367" cy="10695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FE80799A-40E6-E536-303E-DCA0C880B6C1}"/>
                  </a:ext>
                </a:extLst>
              </p:cNvPr>
              <p:cNvSpPr txBox="1"/>
              <p:nvPr/>
            </p:nvSpPr>
            <p:spPr>
              <a:xfrm>
                <a:off x="3336609" y="5349240"/>
                <a:ext cx="248787" cy="212315"/>
              </a:xfrm>
              <a:prstGeom prst="rect">
                <a:avLst/>
              </a:prstGeom>
              <a:noFill/>
            </p:spPr>
            <p:txBody>
              <a:bodyPr wrap="none">
                <a:spAutoFit/>
              </a:bodyPr>
              <a:lstStyle/>
              <a:p>
                <a:pPr algn="ctr">
                  <a:defRPr sz="800">
                    <a:solidFill>
                      <a:srgbClr val="232323"/>
                    </a:solidFill>
                  </a:defRPr>
                </a:pPr>
                <a:r>
                  <a:rPr sz="900" b="1"/>
                  <a:t>5</a:t>
                </a:r>
              </a:p>
            </p:txBody>
          </p:sp>
          <p:sp>
            <p:nvSpPr>
              <p:cNvPr id="19" name="Rectangle 18">
                <a:extLst>
                  <a:ext uri="{FF2B5EF4-FFF2-40B4-BE49-F238E27FC236}">
                    <a16:creationId xmlns:a16="http://schemas.microsoft.com/office/drawing/2014/main" id="{D7E89A94-AC0C-6A85-AA80-0D0B2CBF9EC2}"/>
                  </a:ext>
                </a:extLst>
              </p:cNvPr>
              <p:cNvSpPr/>
              <p:nvPr/>
            </p:nvSpPr>
            <p:spPr>
              <a:xfrm>
                <a:off x="3749039" y="4805712"/>
                <a:ext cx="277367" cy="497807"/>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8F458803-414E-4EE1-87CC-AC4E17A47286}"/>
                  </a:ext>
                </a:extLst>
              </p:cNvPr>
              <p:cNvSpPr txBox="1"/>
              <p:nvPr/>
            </p:nvSpPr>
            <p:spPr>
              <a:xfrm>
                <a:off x="3763329" y="5349240"/>
                <a:ext cx="248787" cy="212315"/>
              </a:xfrm>
              <a:prstGeom prst="rect">
                <a:avLst/>
              </a:prstGeom>
              <a:noFill/>
            </p:spPr>
            <p:txBody>
              <a:bodyPr wrap="none">
                <a:spAutoFit/>
              </a:bodyPr>
              <a:lstStyle/>
              <a:p>
                <a:pPr algn="ctr">
                  <a:defRPr sz="800">
                    <a:solidFill>
                      <a:srgbClr val="232323"/>
                    </a:solidFill>
                  </a:defRPr>
                </a:pPr>
                <a:r>
                  <a:rPr sz="900" b="1"/>
                  <a:t>6</a:t>
                </a:r>
              </a:p>
            </p:txBody>
          </p:sp>
          <p:sp>
            <p:nvSpPr>
              <p:cNvPr id="21" name="Rectangle 20">
                <a:extLst>
                  <a:ext uri="{FF2B5EF4-FFF2-40B4-BE49-F238E27FC236}">
                    <a16:creationId xmlns:a16="http://schemas.microsoft.com/office/drawing/2014/main" id="{19B56447-02B8-FB84-99CB-C864841E245A}"/>
                  </a:ext>
                </a:extLst>
              </p:cNvPr>
              <p:cNvSpPr/>
              <p:nvPr/>
            </p:nvSpPr>
            <p:spPr>
              <a:xfrm>
                <a:off x="4175760" y="3919952"/>
                <a:ext cx="277367" cy="1383567"/>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7DA97E55-59AC-2D58-CB73-D43004AEE7E5}"/>
                  </a:ext>
                </a:extLst>
              </p:cNvPr>
              <p:cNvSpPr txBox="1"/>
              <p:nvPr/>
            </p:nvSpPr>
            <p:spPr>
              <a:xfrm>
                <a:off x="4190050" y="5349240"/>
                <a:ext cx="248787" cy="212315"/>
              </a:xfrm>
              <a:prstGeom prst="rect">
                <a:avLst/>
              </a:prstGeom>
              <a:noFill/>
            </p:spPr>
            <p:txBody>
              <a:bodyPr wrap="none">
                <a:spAutoFit/>
              </a:bodyPr>
              <a:lstStyle/>
              <a:p>
                <a:pPr algn="ctr">
                  <a:defRPr sz="800">
                    <a:solidFill>
                      <a:srgbClr val="232323"/>
                    </a:solidFill>
                  </a:defRPr>
                </a:pPr>
                <a:r>
                  <a:rPr sz="900" b="1"/>
                  <a:t>7</a:t>
                </a:r>
              </a:p>
            </p:txBody>
          </p:sp>
          <p:sp>
            <p:nvSpPr>
              <p:cNvPr id="23" name="Rectangle 22">
                <a:extLst>
                  <a:ext uri="{FF2B5EF4-FFF2-40B4-BE49-F238E27FC236}">
                    <a16:creationId xmlns:a16="http://schemas.microsoft.com/office/drawing/2014/main" id="{688E0529-6D48-DAB6-980D-CABA76813FE3}"/>
                  </a:ext>
                </a:extLst>
              </p:cNvPr>
              <p:cNvSpPr/>
              <p:nvPr/>
            </p:nvSpPr>
            <p:spPr>
              <a:xfrm>
                <a:off x="4602478" y="2093354"/>
                <a:ext cx="277369" cy="321016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85E845FA-BF39-C6F0-800B-F33730016E84}"/>
                  </a:ext>
                </a:extLst>
              </p:cNvPr>
              <p:cNvSpPr txBox="1"/>
              <p:nvPr/>
            </p:nvSpPr>
            <p:spPr>
              <a:xfrm>
                <a:off x="4616770" y="5349240"/>
                <a:ext cx="248787" cy="212315"/>
              </a:xfrm>
              <a:prstGeom prst="rect">
                <a:avLst/>
              </a:prstGeom>
              <a:noFill/>
            </p:spPr>
            <p:txBody>
              <a:bodyPr wrap="none">
                <a:spAutoFit/>
              </a:bodyPr>
              <a:lstStyle/>
              <a:p>
                <a:pPr algn="ctr">
                  <a:defRPr sz="800">
                    <a:solidFill>
                      <a:srgbClr val="232323"/>
                    </a:solidFill>
                  </a:defRPr>
                </a:pPr>
                <a:r>
                  <a:rPr sz="900" b="1"/>
                  <a:t>8</a:t>
                </a:r>
              </a:p>
            </p:txBody>
          </p:sp>
          <p:sp>
            <p:nvSpPr>
              <p:cNvPr id="25" name="Rectangle 24">
                <a:extLst>
                  <a:ext uri="{FF2B5EF4-FFF2-40B4-BE49-F238E27FC236}">
                    <a16:creationId xmlns:a16="http://schemas.microsoft.com/office/drawing/2014/main" id="{61137D46-CFD6-85A3-D066-2AA601A0D3FD}"/>
                  </a:ext>
                </a:extLst>
              </p:cNvPr>
              <p:cNvSpPr/>
              <p:nvPr/>
            </p:nvSpPr>
            <p:spPr>
              <a:xfrm>
                <a:off x="5029199" y="3079738"/>
                <a:ext cx="277367" cy="2223781"/>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7EE939CB-53FC-5E87-B4E6-8B74040BEE06}"/>
                  </a:ext>
                </a:extLst>
              </p:cNvPr>
              <p:cNvSpPr txBox="1"/>
              <p:nvPr/>
            </p:nvSpPr>
            <p:spPr>
              <a:xfrm>
                <a:off x="5043489" y="5349240"/>
                <a:ext cx="248787" cy="212315"/>
              </a:xfrm>
              <a:prstGeom prst="rect">
                <a:avLst/>
              </a:prstGeom>
              <a:noFill/>
            </p:spPr>
            <p:txBody>
              <a:bodyPr wrap="none">
                <a:spAutoFit/>
              </a:bodyPr>
              <a:lstStyle/>
              <a:p>
                <a:pPr algn="ctr">
                  <a:defRPr sz="800">
                    <a:solidFill>
                      <a:srgbClr val="232323"/>
                    </a:solidFill>
                  </a:defRPr>
                </a:pPr>
                <a:r>
                  <a:rPr sz="900" b="1"/>
                  <a:t>9</a:t>
                </a:r>
              </a:p>
            </p:txBody>
          </p:sp>
          <p:sp>
            <p:nvSpPr>
              <p:cNvPr id="27" name="Rectangle 26">
                <a:extLst>
                  <a:ext uri="{FF2B5EF4-FFF2-40B4-BE49-F238E27FC236}">
                    <a16:creationId xmlns:a16="http://schemas.microsoft.com/office/drawing/2014/main" id="{057B642F-E592-0370-03DD-3A8C222AC7C1}"/>
                  </a:ext>
                </a:extLst>
              </p:cNvPr>
              <p:cNvSpPr/>
              <p:nvPr/>
            </p:nvSpPr>
            <p:spPr>
              <a:xfrm>
                <a:off x="5455919" y="3939091"/>
                <a:ext cx="277367" cy="1364428"/>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098BAFEF-9F46-EEA1-EC3C-A2C914876FBF}"/>
                  </a:ext>
                </a:extLst>
              </p:cNvPr>
              <p:cNvSpPr txBox="1"/>
              <p:nvPr/>
            </p:nvSpPr>
            <p:spPr>
              <a:xfrm>
                <a:off x="5438150" y="5349240"/>
                <a:ext cx="312907" cy="212315"/>
              </a:xfrm>
              <a:prstGeom prst="rect">
                <a:avLst/>
              </a:prstGeom>
              <a:noFill/>
            </p:spPr>
            <p:txBody>
              <a:bodyPr wrap="none">
                <a:spAutoFit/>
              </a:bodyPr>
              <a:lstStyle/>
              <a:p>
                <a:pPr algn="ctr">
                  <a:defRPr sz="800">
                    <a:solidFill>
                      <a:srgbClr val="232323"/>
                    </a:solidFill>
                  </a:defRPr>
                </a:pPr>
                <a:r>
                  <a:rPr sz="900" b="1"/>
                  <a:t>10</a:t>
                </a:r>
              </a:p>
            </p:txBody>
          </p:sp>
          <p:sp>
            <p:nvSpPr>
              <p:cNvPr id="29" name="Rectangle 28">
                <a:extLst>
                  <a:ext uri="{FF2B5EF4-FFF2-40B4-BE49-F238E27FC236}">
                    <a16:creationId xmlns:a16="http://schemas.microsoft.com/office/drawing/2014/main" id="{876C4F1E-8F82-CA33-4FBD-F5E42DE3407A}"/>
                  </a:ext>
                </a:extLst>
              </p:cNvPr>
              <p:cNvSpPr/>
              <p:nvPr/>
            </p:nvSpPr>
            <p:spPr>
              <a:xfrm>
                <a:off x="5882639" y="3793141"/>
                <a:ext cx="277367" cy="1510378"/>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12AFFE3E-E9A6-A814-22A7-549F5E92F66A}"/>
                  </a:ext>
                </a:extLst>
              </p:cNvPr>
              <p:cNvSpPr txBox="1"/>
              <p:nvPr/>
            </p:nvSpPr>
            <p:spPr>
              <a:xfrm>
                <a:off x="5864870" y="5349240"/>
                <a:ext cx="312907" cy="212315"/>
              </a:xfrm>
              <a:prstGeom prst="rect">
                <a:avLst/>
              </a:prstGeom>
              <a:noFill/>
            </p:spPr>
            <p:txBody>
              <a:bodyPr wrap="none">
                <a:spAutoFit/>
              </a:bodyPr>
              <a:lstStyle/>
              <a:p>
                <a:pPr algn="ctr">
                  <a:defRPr sz="800">
                    <a:solidFill>
                      <a:srgbClr val="232323"/>
                    </a:solidFill>
                  </a:defRPr>
                </a:pPr>
                <a:r>
                  <a:rPr sz="900" b="1"/>
                  <a:t>11</a:t>
                </a:r>
              </a:p>
            </p:txBody>
          </p:sp>
          <p:sp>
            <p:nvSpPr>
              <p:cNvPr id="31" name="Rectangle 30">
                <a:extLst>
                  <a:ext uri="{FF2B5EF4-FFF2-40B4-BE49-F238E27FC236}">
                    <a16:creationId xmlns:a16="http://schemas.microsoft.com/office/drawing/2014/main" id="{977A3D56-63A2-E734-F2D4-02B3A91C6E17}"/>
                  </a:ext>
                </a:extLst>
              </p:cNvPr>
              <p:cNvSpPr/>
              <p:nvPr/>
            </p:nvSpPr>
            <p:spPr>
              <a:xfrm>
                <a:off x="6309359" y="3361556"/>
                <a:ext cx="277367" cy="1941963"/>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8318CDF7-56AB-F411-1AED-984A2D3E02CB}"/>
                  </a:ext>
                </a:extLst>
              </p:cNvPr>
              <p:cNvSpPr txBox="1"/>
              <p:nvPr/>
            </p:nvSpPr>
            <p:spPr>
              <a:xfrm>
                <a:off x="6291590" y="5349240"/>
                <a:ext cx="312907" cy="212315"/>
              </a:xfrm>
              <a:prstGeom prst="rect">
                <a:avLst/>
              </a:prstGeom>
              <a:noFill/>
            </p:spPr>
            <p:txBody>
              <a:bodyPr wrap="none">
                <a:spAutoFit/>
              </a:bodyPr>
              <a:lstStyle/>
              <a:p>
                <a:pPr algn="ctr">
                  <a:defRPr sz="800">
                    <a:solidFill>
                      <a:srgbClr val="232323"/>
                    </a:solidFill>
                  </a:defRPr>
                </a:pPr>
                <a:r>
                  <a:rPr sz="900" b="1"/>
                  <a:t>12</a:t>
                </a:r>
              </a:p>
            </p:txBody>
          </p:sp>
          <p:sp>
            <p:nvSpPr>
              <p:cNvPr id="33" name="Rectangle 32">
                <a:extLst>
                  <a:ext uri="{FF2B5EF4-FFF2-40B4-BE49-F238E27FC236}">
                    <a16:creationId xmlns:a16="http://schemas.microsoft.com/office/drawing/2014/main" id="{E7883059-DEAC-ABFA-A676-2481BC1972E1}"/>
                  </a:ext>
                </a:extLst>
              </p:cNvPr>
              <p:cNvSpPr/>
              <p:nvPr/>
            </p:nvSpPr>
            <p:spPr>
              <a:xfrm>
                <a:off x="6736080" y="3306544"/>
                <a:ext cx="277367" cy="199697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039523AD-A726-474A-2852-3924DEAD1E69}"/>
                  </a:ext>
                </a:extLst>
              </p:cNvPr>
              <p:cNvSpPr txBox="1"/>
              <p:nvPr/>
            </p:nvSpPr>
            <p:spPr>
              <a:xfrm>
                <a:off x="6718310" y="5349240"/>
                <a:ext cx="312907" cy="212315"/>
              </a:xfrm>
              <a:prstGeom prst="rect">
                <a:avLst/>
              </a:prstGeom>
              <a:noFill/>
            </p:spPr>
            <p:txBody>
              <a:bodyPr wrap="none">
                <a:spAutoFit/>
              </a:bodyPr>
              <a:lstStyle/>
              <a:p>
                <a:pPr algn="ctr">
                  <a:defRPr sz="800">
                    <a:solidFill>
                      <a:srgbClr val="232323"/>
                    </a:solidFill>
                  </a:defRPr>
                </a:pPr>
                <a:r>
                  <a:rPr sz="900" b="1"/>
                  <a:t>13</a:t>
                </a:r>
              </a:p>
            </p:txBody>
          </p:sp>
          <p:sp>
            <p:nvSpPr>
              <p:cNvPr id="35" name="Rectangle 34">
                <a:extLst>
                  <a:ext uri="{FF2B5EF4-FFF2-40B4-BE49-F238E27FC236}">
                    <a16:creationId xmlns:a16="http://schemas.microsoft.com/office/drawing/2014/main" id="{2F01543F-9867-9E4F-BF4E-39C2DD3DF12F}"/>
                  </a:ext>
                </a:extLst>
              </p:cNvPr>
              <p:cNvSpPr/>
              <p:nvPr/>
            </p:nvSpPr>
            <p:spPr>
              <a:xfrm>
                <a:off x="7162799" y="3410652"/>
                <a:ext cx="277367" cy="1892867"/>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DCE1BAC7-B1E9-2050-E60E-9F9E0742D5DC}"/>
                  </a:ext>
                </a:extLst>
              </p:cNvPr>
              <p:cNvSpPr txBox="1"/>
              <p:nvPr/>
            </p:nvSpPr>
            <p:spPr>
              <a:xfrm>
                <a:off x="7145029" y="5349240"/>
                <a:ext cx="312907" cy="212315"/>
              </a:xfrm>
              <a:prstGeom prst="rect">
                <a:avLst/>
              </a:prstGeom>
              <a:noFill/>
            </p:spPr>
            <p:txBody>
              <a:bodyPr wrap="none">
                <a:spAutoFit/>
              </a:bodyPr>
              <a:lstStyle/>
              <a:p>
                <a:pPr algn="ctr">
                  <a:defRPr sz="800">
                    <a:solidFill>
                      <a:srgbClr val="232323"/>
                    </a:solidFill>
                  </a:defRPr>
                </a:pPr>
                <a:r>
                  <a:rPr sz="900" b="1"/>
                  <a:t>14</a:t>
                </a:r>
              </a:p>
            </p:txBody>
          </p:sp>
          <p:sp>
            <p:nvSpPr>
              <p:cNvPr id="37" name="Rectangle 36">
                <a:extLst>
                  <a:ext uri="{FF2B5EF4-FFF2-40B4-BE49-F238E27FC236}">
                    <a16:creationId xmlns:a16="http://schemas.microsoft.com/office/drawing/2014/main" id="{6666964C-4CDA-DC13-F52E-C231C0DA174E}"/>
                  </a:ext>
                </a:extLst>
              </p:cNvPr>
              <p:cNvSpPr/>
              <p:nvPr/>
            </p:nvSpPr>
            <p:spPr>
              <a:xfrm>
                <a:off x="7589519" y="3320741"/>
                <a:ext cx="277367" cy="1982778"/>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a:extLst>
                  <a:ext uri="{FF2B5EF4-FFF2-40B4-BE49-F238E27FC236}">
                    <a16:creationId xmlns:a16="http://schemas.microsoft.com/office/drawing/2014/main" id="{95924AFB-B9BA-269B-F6E2-5758AE8D5D9B}"/>
                  </a:ext>
                </a:extLst>
              </p:cNvPr>
              <p:cNvSpPr txBox="1"/>
              <p:nvPr/>
            </p:nvSpPr>
            <p:spPr>
              <a:xfrm>
                <a:off x="7571749" y="5349240"/>
                <a:ext cx="312907" cy="212315"/>
              </a:xfrm>
              <a:prstGeom prst="rect">
                <a:avLst/>
              </a:prstGeom>
              <a:noFill/>
            </p:spPr>
            <p:txBody>
              <a:bodyPr wrap="none">
                <a:spAutoFit/>
              </a:bodyPr>
              <a:lstStyle/>
              <a:p>
                <a:pPr algn="ctr">
                  <a:defRPr sz="800">
                    <a:solidFill>
                      <a:srgbClr val="232323"/>
                    </a:solidFill>
                  </a:defRPr>
                </a:pPr>
                <a:r>
                  <a:rPr sz="900" b="1"/>
                  <a:t>15</a:t>
                </a:r>
              </a:p>
            </p:txBody>
          </p:sp>
          <p:sp>
            <p:nvSpPr>
              <p:cNvPr id="39" name="Rectangle 38">
                <a:extLst>
                  <a:ext uri="{FF2B5EF4-FFF2-40B4-BE49-F238E27FC236}">
                    <a16:creationId xmlns:a16="http://schemas.microsoft.com/office/drawing/2014/main" id="{C5D0C698-B41B-30F2-2FC7-7629ED424657}"/>
                  </a:ext>
                </a:extLst>
              </p:cNvPr>
              <p:cNvSpPr/>
              <p:nvPr/>
            </p:nvSpPr>
            <p:spPr>
              <a:xfrm>
                <a:off x="8016239" y="3032831"/>
                <a:ext cx="277367" cy="2270688"/>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63F8499D-5D9D-33B8-9DC3-8171E8864ADE}"/>
                  </a:ext>
                </a:extLst>
              </p:cNvPr>
              <p:cNvSpPr txBox="1"/>
              <p:nvPr/>
            </p:nvSpPr>
            <p:spPr>
              <a:xfrm>
                <a:off x="7998469" y="5349240"/>
                <a:ext cx="312907" cy="212315"/>
              </a:xfrm>
              <a:prstGeom prst="rect">
                <a:avLst/>
              </a:prstGeom>
              <a:noFill/>
            </p:spPr>
            <p:txBody>
              <a:bodyPr wrap="none">
                <a:spAutoFit/>
              </a:bodyPr>
              <a:lstStyle/>
              <a:p>
                <a:pPr algn="ctr">
                  <a:defRPr sz="800">
                    <a:solidFill>
                      <a:srgbClr val="232323"/>
                    </a:solidFill>
                  </a:defRPr>
                </a:pPr>
                <a:r>
                  <a:rPr sz="900" b="1"/>
                  <a:t>16</a:t>
                </a:r>
              </a:p>
            </p:txBody>
          </p:sp>
          <p:sp>
            <p:nvSpPr>
              <p:cNvPr id="41" name="TextBox 40">
                <a:extLst>
                  <a:ext uri="{FF2B5EF4-FFF2-40B4-BE49-F238E27FC236}">
                    <a16:creationId xmlns:a16="http://schemas.microsoft.com/office/drawing/2014/main" id="{E8DEA9CE-0B88-3D0C-98D7-A63837D0C8A0}"/>
                  </a:ext>
                </a:extLst>
              </p:cNvPr>
              <p:cNvSpPr txBox="1"/>
              <p:nvPr/>
            </p:nvSpPr>
            <p:spPr>
              <a:xfrm>
                <a:off x="8425190" y="5349240"/>
                <a:ext cx="312907" cy="212315"/>
              </a:xfrm>
              <a:prstGeom prst="rect">
                <a:avLst/>
              </a:prstGeom>
              <a:noFill/>
            </p:spPr>
            <p:txBody>
              <a:bodyPr wrap="none">
                <a:spAutoFit/>
              </a:bodyPr>
              <a:lstStyle/>
              <a:p>
                <a:pPr algn="ctr">
                  <a:defRPr sz="800">
                    <a:solidFill>
                      <a:srgbClr val="232323"/>
                    </a:solidFill>
                  </a:defRPr>
                </a:pPr>
                <a:r>
                  <a:rPr sz="900" b="1"/>
                  <a:t>17</a:t>
                </a:r>
              </a:p>
            </p:txBody>
          </p:sp>
          <p:sp>
            <p:nvSpPr>
              <p:cNvPr id="42" name="Rectangle 41">
                <a:extLst>
                  <a:ext uri="{FF2B5EF4-FFF2-40B4-BE49-F238E27FC236}">
                    <a16:creationId xmlns:a16="http://schemas.microsoft.com/office/drawing/2014/main" id="{D568CBBD-1902-C453-AB9E-72E641EA5268}"/>
                  </a:ext>
                </a:extLst>
              </p:cNvPr>
              <p:cNvSpPr/>
              <p:nvPr/>
            </p:nvSpPr>
            <p:spPr>
              <a:xfrm>
                <a:off x="8869680" y="2178513"/>
                <a:ext cx="277367" cy="3125006"/>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864C6E07-B8D5-9E48-5A92-8B321C073C3E}"/>
                  </a:ext>
                </a:extLst>
              </p:cNvPr>
              <p:cNvSpPr txBox="1"/>
              <p:nvPr/>
            </p:nvSpPr>
            <p:spPr>
              <a:xfrm>
                <a:off x="8851910" y="5349240"/>
                <a:ext cx="312907" cy="212315"/>
              </a:xfrm>
              <a:prstGeom prst="rect">
                <a:avLst/>
              </a:prstGeom>
              <a:noFill/>
            </p:spPr>
            <p:txBody>
              <a:bodyPr wrap="none">
                <a:spAutoFit/>
              </a:bodyPr>
              <a:lstStyle/>
              <a:p>
                <a:pPr algn="ctr">
                  <a:defRPr sz="800">
                    <a:solidFill>
                      <a:srgbClr val="232323"/>
                    </a:solidFill>
                  </a:defRPr>
                </a:pPr>
                <a:r>
                  <a:rPr sz="900" b="1"/>
                  <a:t>18</a:t>
                </a:r>
              </a:p>
            </p:txBody>
          </p:sp>
          <p:sp>
            <p:nvSpPr>
              <p:cNvPr id="44" name="Rectangle 43">
                <a:extLst>
                  <a:ext uri="{FF2B5EF4-FFF2-40B4-BE49-F238E27FC236}">
                    <a16:creationId xmlns:a16="http://schemas.microsoft.com/office/drawing/2014/main" id="{FFB8A59F-970C-31D4-C521-C4EF661FE914}"/>
                  </a:ext>
                </a:extLst>
              </p:cNvPr>
              <p:cNvSpPr/>
              <p:nvPr/>
            </p:nvSpPr>
            <p:spPr>
              <a:xfrm>
                <a:off x="9296399" y="3137961"/>
                <a:ext cx="277367" cy="2165558"/>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extLst>
                  <a:ext uri="{FF2B5EF4-FFF2-40B4-BE49-F238E27FC236}">
                    <a16:creationId xmlns:a16="http://schemas.microsoft.com/office/drawing/2014/main" id="{D0019351-0B91-0E61-B60B-782D02EF1A87}"/>
                  </a:ext>
                </a:extLst>
              </p:cNvPr>
              <p:cNvSpPr txBox="1"/>
              <p:nvPr/>
            </p:nvSpPr>
            <p:spPr>
              <a:xfrm>
                <a:off x="9278629" y="5349240"/>
                <a:ext cx="312907" cy="212315"/>
              </a:xfrm>
              <a:prstGeom prst="rect">
                <a:avLst/>
              </a:prstGeom>
              <a:noFill/>
            </p:spPr>
            <p:txBody>
              <a:bodyPr wrap="none">
                <a:spAutoFit/>
              </a:bodyPr>
              <a:lstStyle/>
              <a:p>
                <a:pPr algn="ctr">
                  <a:defRPr sz="800">
                    <a:solidFill>
                      <a:srgbClr val="232323"/>
                    </a:solidFill>
                  </a:defRPr>
                </a:pPr>
                <a:r>
                  <a:rPr sz="900" b="1" dirty="0"/>
                  <a:t>19</a:t>
                </a:r>
              </a:p>
            </p:txBody>
          </p:sp>
          <p:sp>
            <p:nvSpPr>
              <p:cNvPr id="46" name="Rectangle 45">
                <a:extLst>
                  <a:ext uri="{FF2B5EF4-FFF2-40B4-BE49-F238E27FC236}">
                    <a16:creationId xmlns:a16="http://schemas.microsoft.com/office/drawing/2014/main" id="{2C07A0C8-8614-8B0D-D501-45146CF91766}"/>
                  </a:ext>
                </a:extLst>
              </p:cNvPr>
              <p:cNvSpPr/>
              <p:nvPr/>
            </p:nvSpPr>
            <p:spPr>
              <a:xfrm>
                <a:off x="9723120" y="3732439"/>
                <a:ext cx="277367" cy="157108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465ECDAF-50EA-3155-13F8-B5EB71FCE118}"/>
                  </a:ext>
                </a:extLst>
              </p:cNvPr>
              <p:cNvSpPr txBox="1"/>
              <p:nvPr/>
            </p:nvSpPr>
            <p:spPr>
              <a:xfrm>
                <a:off x="9705350" y="5349240"/>
                <a:ext cx="312907" cy="212315"/>
              </a:xfrm>
              <a:prstGeom prst="rect">
                <a:avLst/>
              </a:prstGeom>
              <a:noFill/>
            </p:spPr>
            <p:txBody>
              <a:bodyPr wrap="none">
                <a:spAutoFit/>
              </a:bodyPr>
              <a:lstStyle/>
              <a:p>
                <a:pPr algn="ctr">
                  <a:defRPr sz="800">
                    <a:solidFill>
                      <a:srgbClr val="232323"/>
                    </a:solidFill>
                  </a:defRPr>
                </a:pPr>
                <a:r>
                  <a:rPr sz="900" b="1"/>
                  <a:t>20</a:t>
                </a:r>
              </a:p>
            </p:txBody>
          </p:sp>
          <p:sp>
            <p:nvSpPr>
              <p:cNvPr id="48" name="Rectangle 47">
                <a:extLst>
                  <a:ext uri="{FF2B5EF4-FFF2-40B4-BE49-F238E27FC236}">
                    <a16:creationId xmlns:a16="http://schemas.microsoft.com/office/drawing/2014/main" id="{5F117DEF-DCEF-7144-BED7-24D3D6464970}"/>
                  </a:ext>
                </a:extLst>
              </p:cNvPr>
              <p:cNvSpPr/>
              <p:nvPr/>
            </p:nvSpPr>
            <p:spPr>
              <a:xfrm>
                <a:off x="10149839" y="4122843"/>
                <a:ext cx="277367" cy="1180676"/>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a:extLst>
                  <a:ext uri="{FF2B5EF4-FFF2-40B4-BE49-F238E27FC236}">
                    <a16:creationId xmlns:a16="http://schemas.microsoft.com/office/drawing/2014/main" id="{5626AF24-EDED-903F-0D3A-CD3F7CC0D299}"/>
                  </a:ext>
                </a:extLst>
              </p:cNvPr>
              <p:cNvSpPr txBox="1"/>
              <p:nvPr/>
            </p:nvSpPr>
            <p:spPr>
              <a:xfrm>
                <a:off x="10132069" y="5349240"/>
                <a:ext cx="312907" cy="212315"/>
              </a:xfrm>
              <a:prstGeom prst="rect">
                <a:avLst/>
              </a:prstGeom>
              <a:noFill/>
            </p:spPr>
            <p:txBody>
              <a:bodyPr wrap="none">
                <a:spAutoFit/>
              </a:bodyPr>
              <a:lstStyle/>
              <a:p>
                <a:pPr algn="ctr">
                  <a:defRPr sz="800">
                    <a:solidFill>
                      <a:srgbClr val="232323"/>
                    </a:solidFill>
                  </a:defRPr>
                </a:pPr>
                <a:r>
                  <a:rPr sz="900" b="1"/>
                  <a:t>21</a:t>
                </a:r>
              </a:p>
            </p:txBody>
          </p:sp>
          <p:sp>
            <p:nvSpPr>
              <p:cNvPr id="50" name="Rectangle 49">
                <a:extLst>
                  <a:ext uri="{FF2B5EF4-FFF2-40B4-BE49-F238E27FC236}">
                    <a16:creationId xmlns:a16="http://schemas.microsoft.com/office/drawing/2014/main" id="{B9AE7566-FE3B-DFEB-B192-0607B171EEA9}"/>
                  </a:ext>
                </a:extLst>
              </p:cNvPr>
              <p:cNvSpPr/>
              <p:nvPr/>
            </p:nvSpPr>
            <p:spPr>
              <a:xfrm>
                <a:off x="10576560" y="4411506"/>
                <a:ext cx="277367" cy="892013"/>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6D418DFA-BE94-E940-29FB-BCEABF182DF8}"/>
                  </a:ext>
                </a:extLst>
              </p:cNvPr>
              <p:cNvSpPr txBox="1"/>
              <p:nvPr/>
            </p:nvSpPr>
            <p:spPr>
              <a:xfrm>
                <a:off x="10558790" y="5349240"/>
                <a:ext cx="312907" cy="212315"/>
              </a:xfrm>
              <a:prstGeom prst="rect">
                <a:avLst/>
              </a:prstGeom>
              <a:noFill/>
            </p:spPr>
            <p:txBody>
              <a:bodyPr wrap="none">
                <a:spAutoFit/>
              </a:bodyPr>
              <a:lstStyle/>
              <a:p>
                <a:pPr algn="ctr">
                  <a:defRPr sz="800">
                    <a:solidFill>
                      <a:srgbClr val="232323"/>
                    </a:solidFill>
                  </a:defRPr>
                </a:pPr>
                <a:r>
                  <a:rPr sz="900" b="1"/>
                  <a:t>22</a:t>
                </a:r>
              </a:p>
            </p:txBody>
          </p:sp>
          <p:sp>
            <p:nvSpPr>
              <p:cNvPr id="52" name="Rectangle 51">
                <a:extLst>
                  <a:ext uri="{FF2B5EF4-FFF2-40B4-BE49-F238E27FC236}">
                    <a16:creationId xmlns:a16="http://schemas.microsoft.com/office/drawing/2014/main" id="{9A7B4C43-7BED-517F-A9BC-BF570966443A}"/>
                  </a:ext>
                </a:extLst>
              </p:cNvPr>
              <p:cNvSpPr/>
              <p:nvPr/>
            </p:nvSpPr>
            <p:spPr>
              <a:xfrm>
                <a:off x="11003279" y="4662902"/>
                <a:ext cx="277367" cy="640617"/>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a:extLst>
                  <a:ext uri="{FF2B5EF4-FFF2-40B4-BE49-F238E27FC236}">
                    <a16:creationId xmlns:a16="http://schemas.microsoft.com/office/drawing/2014/main" id="{949C1759-3B1C-8DD2-5426-BDCCE4619B17}"/>
                  </a:ext>
                </a:extLst>
              </p:cNvPr>
              <p:cNvSpPr txBox="1"/>
              <p:nvPr/>
            </p:nvSpPr>
            <p:spPr>
              <a:xfrm>
                <a:off x="10985509" y="5349240"/>
                <a:ext cx="312907" cy="212315"/>
              </a:xfrm>
              <a:prstGeom prst="rect">
                <a:avLst/>
              </a:prstGeom>
              <a:noFill/>
            </p:spPr>
            <p:txBody>
              <a:bodyPr wrap="none">
                <a:spAutoFit/>
              </a:bodyPr>
              <a:lstStyle/>
              <a:p>
                <a:pPr algn="ctr">
                  <a:defRPr sz="800">
                    <a:solidFill>
                      <a:srgbClr val="232323"/>
                    </a:solidFill>
                  </a:defRPr>
                </a:pPr>
                <a:r>
                  <a:rPr sz="900" b="1"/>
                  <a:t>23</a:t>
                </a:r>
              </a:p>
            </p:txBody>
          </p:sp>
        </p:grpSp>
        <p:sp>
          <p:nvSpPr>
            <p:cNvPr id="58" name="Rectangle 57">
              <a:extLst>
                <a:ext uri="{FF2B5EF4-FFF2-40B4-BE49-F238E27FC236}">
                  <a16:creationId xmlns:a16="http://schemas.microsoft.com/office/drawing/2014/main" id="{A985A9B9-953A-695A-182C-2A3521B2969D}"/>
                </a:ext>
              </a:extLst>
            </p:cNvPr>
            <p:cNvSpPr/>
            <p:nvPr/>
          </p:nvSpPr>
          <p:spPr>
            <a:xfrm>
              <a:off x="8056417" y="1540737"/>
              <a:ext cx="277367" cy="377554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pic>
        <p:nvPicPr>
          <p:cNvPr id="55" name="Picture 54">
            <a:extLst>
              <a:ext uri="{FF2B5EF4-FFF2-40B4-BE49-F238E27FC236}">
                <a16:creationId xmlns:a16="http://schemas.microsoft.com/office/drawing/2014/main" id="{CC2BAC92-363A-60F9-365D-A3CB53C985CB}"/>
              </a:ext>
            </a:extLst>
          </p:cNvPr>
          <p:cNvPicPr>
            <a:picLocks noChangeAspect="1"/>
          </p:cNvPicPr>
          <p:nvPr/>
        </p:nvPicPr>
        <p:blipFill>
          <a:blip r:embed="rId2"/>
          <a:srcRect l="18459" t="38996" r="18045" b="39911"/>
          <a:stretch>
            <a:fillRect/>
          </a:stretch>
        </p:blipFill>
        <p:spPr>
          <a:xfrm flipH="1">
            <a:off x="0" y="6373777"/>
            <a:ext cx="888664" cy="484222"/>
          </a:xfrm>
          <a:prstGeom prst="rect">
            <a:avLst/>
          </a:prstGeom>
        </p:spPr>
      </p:pic>
      <p:pic>
        <p:nvPicPr>
          <p:cNvPr id="60" name="Picture 59">
            <a:extLst>
              <a:ext uri="{FF2B5EF4-FFF2-40B4-BE49-F238E27FC236}">
                <a16:creationId xmlns:a16="http://schemas.microsoft.com/office/drawing/2014/main" id="{E808DFA5-70B5-4AF0-700B-8DF6A6EEDC4C}"/>
              </a:ext>
            </a:extLst>
          </p:cNvPr>
          <p:cNvPicPr>
            <a:picLocks noChangeAspect="1"/>
          </p:cNvPicPr>
          <p:nvPr/>
        </p:nvPicPr>
        <p:blipFill>
          <a:blip r:embed="rId2"/>
          <a:srcRect l="18459" t="38996" r="18045" b="39911"/>
          <a:stretch>
            <a:fillRect/>
          </a:stretch>
        </p:blipFill>
        <p:spPr>
          <a:xfrm>
            <a:off x="11247206" y="6373777"/>
            <a:ext cx="888664" cy="484222"/>
          </a:xfrm>
          <a:prstGeom prst="rect">
            <a:avLst/>
          </a:prstGeom>
        </p:spPr>
      </p:pic>
    </p:spTree>
    <p:extLst>
      <p:ext uri="{BB962C8B-B14F-4D97-AF65-F5344CB8AC3E}">
        <p14:creationId xmlns:p14="http://schemas.microsoft.com/office/powerpoint/2010/main" val="2070260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046932-B407-D050-FDEA-4154A384C155}"/>
              </a:ext>
            </a:extLst>
          </p:cNvPr>
          <p:cNvSpPr txBox="1"/>
          <p:nvPr/>
        </p:nvSpPr>
        <p:spPr>
          <a:xfrm>
            <a:off x="328991" y="457052"/>
            <a:ext cx="8813835" cy="646331"/>
          </a:xfrm>
          <a:prstGeom prst="rect">
            <a:avLst/>
          </a:prstGeom>
          <a:noFill/>
        </p:spPr>
        <p:txBody>
          <a:bodyPr wrap="square">
            <a:spAutoFit/>
          </a:bodyPr>
          <a:lstStyle/>
          <a:p>
            <a:pPr>
              <a:defRPr sz="2700" b="1">
                <a:solidFill>
                  <a:srgbClr val="1F4E79"/>
                </a:solidFill>
              </a:defRPr>
            </a:pPr>
            <a:r>
              <a:rPr sz="3600" dirty="0"/>
              <a:t>Monthly, Weekday &amp; Weather Findings</a:t>
            </a:r>
          </a:p>
        </p:txBody>
      </p:sp>
      <p:grpSp>
        <p:nvGrpSpPr>
          <p:cNvPr id="34" name="Group 33">
            <a:extLst>
              <a:ext uri="{FF2B5EF4-FFF2-40B4-BE49-F238E27FC236}">
                <a16:creationId xmlns:a16="http://schemas.microsoft.com/office/drawing/2014/main" id="{7EBE81E0-9B85-FBA0-2CA0-B77672E7F2F6}"/>
              </a:ext>
            </a:extLst>
          </p:cNvPr>
          <p:cNvGrpSpPr/>
          <p:nvPr/>
        </p:nvGrpSpPr>
        <p:grpSpPr>
          <a:xfrm>
            <a:off x="346789" y="1250583"/>
            <a:ext cx="10482453" cy="3659832"/>
            <a:chOff x="640080" y="1005840"/>
            <a:chExt cx="10482453" cy="3659832"/>
          </a:xfrm>
        </p:grpSpPr>
        <p:sp>
          <p:nvSpPr>
            <p:cNvPr id="35" name="TextBox 34">
              <a:extLst>
                <a:ext uri="{FF2B5EF4-FFF2-40B4-BE49-F238E27FC236}">
                  <a16:creationId xmlns:a16="http://schemas.microsoft.com/office/drawing/2014/main" id="{8F5DE366-D710-5D7E-64E8-F38A749A075F}"/>
                </a:ext>
              </a:extLst>
            </p:cNvPr>
            <p:cNvSpPr txBox="1"/>
            <p:nvPr/>
          </p:nvSpPr>
          <p:spPr>
            <a:xfrm>
              <a:off x="640080" y="1005840"/>
              <a:ext cx="3657600" cy="320040"/>
            </a:xfrm>
            <a:prstGeom prst="rect">
              <a:avLst/>
            </a:prstGeom>
            <a:noFill/>
          </p:spPr>
          <p:txBody>
            <a:bodyPr wrap="none">
              <a:spAutoFit/>
            </a:bodyPr>
            <a:lstStyle/>
            <a:p>
              <a:pPr>
                <a:defRPr sz="1500" b="1">
                  <a:solidFill>
                    <a:srgbClr val="1F4E79"/>
                  </a:solidFill>
                </a:defRPr>
              </a:pPr>
              <a:r>
                <a:t>Monthly Total Demand</a:t>
              </a:r>
            </a:p>
          </p:txBody>
        </p:sp>
        <p:sp>
          <p:nvSpPr>
            <p:cNvPr id="36" name="Rectangle 35">
              <a:extLst>
                <a:ext uri="{FF2B5EF4-FFF2-40B4-BE49-F238E27FC236}">
                  <a16:creationId xmlns:a16="http://schemas.microsoft.com/office/drawing/2014/main" id="{F9221C05-A9D5-5251-E591-831F152EC31A}"/>
                </a:ext>
              </a:extLst>
            </p:cNvPr>
            <p:cNvSpPr/>
            <p:nvPr/>
          </p:nvSpPr>
          <p:spPr>
            <a:xfrm>
              <a:off x="1188719" y="1645919"/>
              <a:ext cx="950976" cy="27432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263680F7-8CB1-0E82-89DE-195A8AA5EA90}"/>
                </a:ext>
              </a:extLst>
            </p:cNvPr>
            <p:cNvSpPr txBox="1"/>
            <p:nvPr/>
          </p:nvSpPr>
          <p:spPr>
            <a:xfrm>
              <a:off x="1539814" y="4434840"/>
              <a:ext cx="248787" cy="230832"/>
            </a:xfrm>
            <a:prstGeom prst="rect">
              <a:avLst/>
            </a:prstGeom>
            <a:noFill/>
          </p:spPr>
          <p:txBody>
            <a:bodyPr wrap="none">
              <a:spAutoFit/>
            </a:bodyPr>
            <a:lstStyle/>
            <a:p>
              <a:pPr algn="ctr">
                <a:defRPr sz="800">
                  <a:solidFill>
                    <a:srgbClr val="232323"/>
                  </a:solidFill>
                </a:defRPr>
              </a:pPr>
              <a:r>
                <a:rPr sz="900" b="1" dirty="0"/>
                <a:t>1</a:t>
              </a:r>
            </a:p>
          </p:txBody>
        </p:sp>
        <p:sp>
          <p:nvSpPr>
            <p:cNvPr id="38" name="Rectangle 37">
              <a:extLst>
                <a:ext uri="{FF2B5EF4-FFF2-40B4-BE49-F238E27FC236}">
                  <a16:creationId xmlns:a16="http://schemas.microsoft.com/office/drawing/2014/main" id="{B0B9169E-4391-A5F7-AFF1-D6B1EA05EB82}"/>
                </a:ext>
              </a:extLst>
            </p:cNvPr>
            <p:cNvSpPr/>
            <p:nvPr/>
          </p:nvSpPr>
          <p:spPr>
            <a:xfrm>
              <a:off x="2651760" y="2944215"/>
              <a:ext cx="950976" cy="1444904"/>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97325CA1-E5B9-DAE6-F9C5-0060DD44B334}"/>
                </a:ext>
              </a:extLst>
            </p:cNvPr>
            <p:cNvSpPr txBox="1"/>
            <p:nvPr/>
          </p:nvSpPr>
          <p:spPr>
            <a:xfrm>
              <a:off x="3002855" y="4434840"/>
              <a:ext cx="248787" cy="230832"/>
            </a:xfrm>
            <a:prstGeom prst="rect">
              <a:avLst/>
            </a:prstGeom>
            <a:noFill/>
          </p:spPr>
          <p:txBody>
            <a:bodyPr wrap="none">
              <a:spAutoFit/>
            </a:bodyPr>
            <a:lstStyle/>
            <a:p>
              <a:pPr algn="ctr">
                <a:defRPr sz="800">
                  <a:solidFill>
                    <a:srgbClr val="232323"/>
                  </a:solidFill>
                </a:defRPr>
              </a:pPr>
              <a:r>
                <a:rPr sz="900" b="1" dirty="0"/>
                <a:t>2</a:t>
              </a:r>
            </a:p>
          </p:txBody>
        </p:sp>
        <p:sp>
          <p:nvSpPr>
            <p:cNvPr id="40" name="TextBox 39">
              <a:extLst>
                <a:ext uri="{FF2B5EF4-FFF2-40B4-BE49-F238E27FC236}">
                  <a16:creationId xmlns:a16="http://schemas.microsoft.com/office/drawing/2014/main" id="{1AD60F4F-A8DA-7A81-A004-62E437EEE7D0}"/>
                </a:ext>
              </a:extLst>
            </p:cNvPr>
            <p:cNvSpPr txBox="1"/>
            <p:nvPr/>
          </p:nvSpPr>
          <p:spPr>
            <a:xfrm>
              <a:off x="4480560" y="1005840"/>
              <a:ext cx="3657600" cy="320040"/>
            </a:xfrm>
            <a:prstGeom prst="rect">
              <a:avLst/>
            </a:prstGeom>
            <a:noFill/>
          </p:spPr>
          <p:txBody>
            <a:bodyPr wrap="none">
              <a:spAutoFit/>
            </a:bodyPr>
            <a:lstStyle/>
            <a:p>
              <a:pPr>
                <a:defRPr sz="1500" b="1">
                  <a:solidFill>
                    <a:srgbClr val="1F4E79"/>
                  </a:solidFill>
                </a:defRPr>
              </a:pPr>
              <a:r>
                <a:t>Weekday Average Demand</a:t>
              </a:r>
            </a:p>
          </p:txBody>
        </p:sp>
        <p:sp>
          <p:nvSpPr>
            <p:cNvPr id="41" name="Rectangle 40">
              <a:extLst>
                <a:ext uri="{FF2B5EF4-FFF2-40B4-BE49-F238E27FC236}">
                  <a16:creationId xmlns:a16="http://schemas.microsoft.com/office/drawing/2014/main" id="{22224011-8BEB-E135-1058-4DB3AA7B4267}"/>
                </a:ext>
              </a:extLst>
            </p:cNvPr>
            <p:cNvSpPr/>
            <p:nvPr/>
          </p:nvSpPr>
          <p:spPr>
            <a:xfrm>
              <a:off x="5029200" y="1645919"/>
              <a:ext cx="271707" cy="27432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4E7A8836-54FC-5E80-04D1-EAF31285BC81}"/>
                </a:ext>
              </a:extLst>
            </p:cNvPr>
            <p:cNvSpPr txBox="1"/>
            <p:nvPr/>
          </p:nvSpPr>
          <p:spPr>
            <a:xfrm>
              <a:off x="4879559" y="4434840"/>
              <a:ext cx="570990" cy="200055"/>
            </a:xfrm>
            <a:prstGeom prst="rect">
              <a:avLst/>
            </a:prstGeom>
            <a:noFill/>
          </p:spPr>
          <p:txBody>
            <a:bodyPr wrap="none">
              <a:spAutoFit/>
            </a:bodyPr>
            <a:lstStyle/>
            <a:p>
              <a:pPr algn="ctr">
                <a:defRPr sz="800">
                  <a:solidFill>
                    <a:srgbClr val="232323"/>
                  </a:solidFill>
                </a:defRPr>
              </a:pPr>
              <a:r>
                <a:rPr sz="700" b="1"/>
                <a:t>Thursday</a:t>
              </a:r>
            </a:p>
          </p:txBody>
        </p:sp>
        <p:sp>
          <p:nvSpPr>
            <p:cNvPr id="43" name="Rectangle 42">
              <a:extLst>
                <a:ext uri="{FF2B5EF4-FFF2-40B4-BE49-F238E27FC236}">
                  <a16:creationId xmlns:a16="http://schemas.microsoft.com/office/drawing/2014/main" id="{0CE7FE72-1C21-AF30-054F-73DB311C9FDC}"/>
                </a:ext>
              </a:extLst>
            </p:cNvPr>
            <p:cNvSpPr/>
            <p:nvPr/>
          </p:nvSpPr>
          <p:spPr>
            <a:xfrm>
              <a:off x="5447211" y="1713061"/>
              <a:ext cx="271707" cy="2676058"/>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2AE822F1-DF89-FD6E-916E-8CE344C7E22F}"/>
                </a:ext>
              </a:extLst>
            </p:cNvPr>
            <p:cNvSpPr txBox="1"/>
            <p:nvPr/>
          </p:nvSpPr>
          <p:spPr>
            <a:xfrm>
              <a:off x="5312798" y="4434840"/>
              <a:ext cx="540533" cy="200055"/>
            </a:xfrm>
            <a:prstGeom prst="rect">
              <a:avLst/>
            </a:prstGeom>
            <a:noFill/>
          </p:spPr>
          <p:txBody>
            <a:bodyPr wrap="none">
              <a:spAutoFit/>
            </a:bodyPr>
            <a:lstStyle/>
            <a:p>
              <a:pPr algn="ctr">
                <a:defRPr sz="800">
                  <a:solidFill>
                    <a:srgbClr val="232323"/>
                  </a:solidFill>
                </a:defRPr>
              </a:pPr>
              <a:r>
                <a:rPr sz="700" b="1"/>
                <a:t>Tuesday</a:t>
              </a:r>
            </a:p>
          </p:txBody>
        </p:sp>
        <p:sp>
          <p:nvSpPr>
            <p:cNvPr id="45" name="Rectangle 44">
              <a:extLst>
                <a:ext uri="{FF2B5EF4-FFF2-40B4-BE49-F238E27FC236}">
                  <a16:creationId xmlns:a16="http://schemas.microsoft.com/office/drawing/2014/main" id="{A0ADD318-3616-FCC8-0190-CA72D0EB33CF}"/>
                </a:ext>
              </a:extLst>
            </p:cNvPr>
            <p:cNvSpPr/>
            <p:nvPr/>
          </p:nvSpPr>
          <p:spPr>
            <a:xfrm>
              <a:off x="5865222" y="1717200"/>
              <a:ext cx="271707" cy="267191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a:extLst>
                <a:ext uri="{FF2B5EF4-FFF2-40B4-BE49-F238E27FC236}">
                  <a16:creationId xmlns:a16="http://schemas.microsoft.com/office/drawing/2014/main" id="{80BE320C-E85F-9F43-9005-F5C8A42FB13A}"/>
                </a:ext>
              </a:extLst>
            </p:cNvPr>
            <p:cNvSpPr txBox="1"/>
            <p:nvPr/>
          </p:nvSpPr>
          <p:spPr>
            <a:xfrm>
              <a:off x="5777297" y="4434840"/>
              <a:ext cx="447558" cy="200055"/>
            </a:xfrm>
            <a:prstGeom prst="rect">
              <a:avLst/>
            </a:prstGeom>
            <a:noFill/>
          </p:spPr>
          <p:txBody>
            <a:bodyPr wrap="none">
              <a:spAutoFit/>
            </a:bodyPr>
            <a:lstStyle/>
            <a:p>
              <a:pPr algn="ctr">
                <a:defRPr sz="800">
                  <a:solidFill>
                    <a:srgbClr val="232323"/>
                  </a:solidFill>
                </a:defRPr>
              </a:pPr>
              <a:r>
                <a:rPr sz="700" b="1"/>
                <a:t>Friday</a:t>
              </a:r>
            </a:p>
          </p:txBody>
        </p:sp>
        <p:sp>
          <p:nvSpPr>
            <p:cNvPr id="47" name="Rectangle 46">
              <a:extLst>
                <a:ext uri="{FF2B5EF4-FFF2-40B4-BE49-F238E27FC236}">
                  <a16:creationId xmlns:a16="http://schemas.microsoft.com/office/drawing/2014/main" id="{4747FDC1-CA96-32B9-73A6-9C8598C2CDCB}"/>
                </a:ext>
              </a:extLst>
            </p:cNvPr>
            <p:cNvSpPr/>
            <p:nvPr/>
          </p:nvSpPr>
          <p:spPr>
            <a:xfrm>
              <a:off x="6283234" y="1898138"/>
              <a:ext cx="271707" cy="2490981"/>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D7ADDF6D-F0C2-1B89-02F7-35956EC703DD}"/>
                </a:ext>
              </a:extLst>
            </p:cNvPr>
            <p:cNvSpPr txBox="1"/>
            <p:nvPr/>
          </p:nvSpPr>
          <p:spPr>
            <a:xfrm>
              <a:off x="6065465" y="4434840"/>
              <a:ext cx="707245" cy="200055"/>
            </a:xfrm>
            <a:prstGeom prst="rect">
              <a:avLst/>
            </a:prstGeom>
            <a:noFill/>
          </p:spPr>
          <p:txBody>
            <a:bodyPr wrap="none">
              <a:spAutoFit/>
            </a:bodyPr>
            <a:lstStyle/>
            <a:p>
              <a:pPr algn="ctr">
                <a:defRPr sz="800">
                  <a:solidFill>
                    <a:srgbClr val="232323"/>
                  </a:solidFill>
                </a:defRPr>
              </a:pPr>
              <a:r>
                <a:rPr sz="700" b="1"/>
                <a:t>Wednesday</a:t>
              </a:r>
            </a:p>
          </p:txBody>
        </p:sp>
        <p:sp>
          <p:nvSpPr>
            <p:cNvPr id="49" name="Rectangle 48">
              <a:extLst>
                <a:ext uri="{FF2B5EF4-FFF2-40B4-BE49-F238E27FC236}">
                  <a16:creationId xmlns:a16="http://schemas.microsoft.com/office/drawing/2014/main" id="{DCE1C83A-F896-3638-C087-37E3A6E55E24}"/>
                </a:ext>
              </a:extLst>
            </p:cNvPr>
            <p:cNvSpPr/>
            <p:nvPr/>
          </p:nvSpPr>
          <p:spPr>
            <a:xfrm>
              <a:off x="6701245" y="2089954"/>
              <a:ext cx="271707" cy="229916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a:extLst>
                <a:ext uri="{FF2B5EF4-FFF2-40B4-BE49-F238E27FC236}">
                  <a16:creationId xmlns:a16="http://schemas.microsoft.com/office/drawing/2014/main" id="{2F4F27F0-CA2A-982B-2130-09CD95B67B23}"/>
                </a:ext>
              </a:extLst>
            </p:cNvPr>
            <p:cNvSpPr txBox="1"/>
            <p:nvPr/>
          </p:nvSpPr>
          <p:spPr>
            <a:xfrm>
              <a:off x="6562024" y="4434840"/>
              <a:ext cx="550151" cy="200055"/>
            </a:xfrm>
            <a:prstGeom prst="rect">
              <a:avLst/>
            </a:prstGeom>
            <a:noFill/>
          </p:spPr>
          <p:txBody>
            <a:bodyPr wrap="none">
              <a:spAutoFit/>
            </a:bodyPr>
            <a:lstStyle/>
            <a:p>
              <a:pPr algn="ctr">
                <a:defRPr sz="800">
                  <a:solidFill>
                    <a:srgbClr val="232323"/>
                  </a:solidFill>
                </a:defRPr>
              </a:pPr>
              <a:r>
                <a:rPr sz="700" b="1" dirty="0"/>
                <a:t>Monday</a:t>
              </a:r>
            </a:p>
          </p:txBody>
        </p:sp>
        <p:sp>
          <p:nvSpPr>
            <p:cNvPr id="51" name="Rectangle 50">
              <a:extLst>
                <a:ext uri="{FF2B5EF4-FFF2-40B4-BE49-F238E27FC236}">
                  <a16:creationId xmlns:a16="http://schemas.microsoft.com/office/drawing/2014/main" id="{B8BB2AA1-3A7F-60F4-91B0-B5E70C43485D}"/>
                </a:ext>
              </a:extLst>
            </p:cNvPr>
            <p:cNvSpPr/>
            <p:nvPr/>
          </p:nvSpPr>
          <p:spPr>
            <a:xfrm>
              <a:off x="7119257" y="2381574"/>
              <a:ext cx="271707" cy="200754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a:extLst>
                <a:ext uri="{FF2B5EF4-FFF2-40B4-BE49-F238E27FC236}">
                  <a16:creationId xmlns:a16="http://schemas.microsoft.com/office/drawing/2014/main" id="{82ED45B3-3E6F-B37F-5E29-56E92D83263F}"/>
                </a:ext>
              </a:extLst>
            </p:cNvPr>
            <p:cNvSpPr txBox="1"/>
            <p:nvPr/>
          </p:nvSpPr>
          <p:spPr>
            <a:xfrm>
              <a:off x="7000874" y="4434840"/>
              <a:ext cx="508473" cy="200055"/>
            </a:xfrm>
            <a:prstGeom prst="rect">
              <a:avLst/>
            </a:prstGeom>
            <a:noFill/>
          </p:spPr>
          <p:txBody>
            <a:bodyPr wrap="none">
              <a:spAutoFit/>
            </a:bodyPr>
            <a:lstStyle/>
            <a:p>
              <a:pPr algn="ctr">
                <a:defRPr sz="800">
                  <a:solidFill>
                    <a:srgbClr val="232323"/>
                  </a:solidFill>
                </a:defRPr>
              </a:pPr>
              <a:r>
                <a:rPr sz="700" b="1"/>
                <a:t>Sunday</a:t>
              </a:r>
            </a:p>
          </p:txBody>
        </p:sp>
        <p:sp>
          <p:nvSpPr>
            <p:cNvPr id="53" name="Rectangle 52">
              <a:extLst>
                <a:ext uri="{FF2B5EF4-FFF2-40B4-BE49-F238E27FC236}">
                  <a16:creationId xmlns:a16="http://schemas.microsoft.com/office/drawing/2014/main" id="{1AA5882B-35B4-2148-1B51-357F3ECACB3B}"/>
                </a:ext>
              </a:extLst>
            </p:cNvPr>
            <p:cNvSpPr/>
            <p:nvPr/>
          </p:nvSpPr>
          <p:spPr>
            <a:xfrm>
              <a:off x="7537268" y="2496857"/>
              <a:ext cx="271707" cy="189226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a:extLst>
                <a:ext uri="{FF2B5EF4-FFF2-40B4-BE49-F238E27FC236}">
                  <a16:creationId xmlns:a16="http://schemas.microsoft.com/office/drawing/2014/main" id="{6C23ADFA-ABB0-1B11-26CB-C146A398EADD}"/>
                </a:ext>
              </a:extLst>
            </p:cNvPr>
            <p:cNvSpPr txBox="1"/>
            <p:nvPr/>
          </p:nvSpPr>
          <p:spPr>
            <a:xfrm>
              <a:off x="7386826" y="4434840"/>
              <a:ext cx="572593" cy="200055"/>
            </a:xfrm>
            <a:prstGeom prst="rect">
              <a:avLst/>
            </a:prstGeom>
            <a:noFill/>
          </p:spPr>
          <p:txBody>
            <a:bodyPr wrap="none">
              <a:spAutoFit/>
            </a:bodyPr>
            <a:lstStyle/>
            <a:p>
              <a:pPr algn="ctr">
                <a:defRPr sz="800">
                  <a:solidFill>
                    <a:srgbClr val="232323"/>
                  </a:solidFill>
                </a:defRPr>
              </a:pPr>
              <a:r>
                <a:rPr sz="700" b="1" dirty="0"/>
                <a:t>Saturday</a:t>
              </a:r>
            </a:p>
          </p:txBody>
        </p:sp>
        <p:sp>
          <p:nvSpPr>
            <p:cNvPr id="55" name="Rectangle 54">
              <a:extLst>
                <a:ext uri="{FF2B5EF4-FFF2-40B4-BE49-F238E27FC236}">
                  <a16:creationId xmlns:a16="http://schemas.microsoft.com/office/drawing/2014/main" id="{EFA5F1E1-4C5F-566E-5B19-07D90E520283}"/>
                </a:ext>
              </a:extLst>
            </p:cNvPr>
            <p:cNvSpPr/>
            <p:nvPr/>
          </p:nvSpPr>
          <p:spPr>
            <a:xfrm>
              <a:off x="8869680" y="1645919"/>
              <a:ext cx="401193" cy="27432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a:extLst>
                <a:ext uri="{FF2B5EF4-FFF2-40B4-BE49-F238E27FC236}">
                  <a16:creationId xmlns:a16="http://schemas.microsoft.com/office/drawing/2014/main" id="{A2261CBB-D7E6-A775-7A2F-B743E911E6E5}"/>
                </a:ext>
              </a:extLst>
            </p:cNvPr>
            <p:cNvSpPr txBox="1"/>
            <p:nvPr/>
          </p:nvSpPr>
          <p:spPr>
            <a:xfrm>
              <a:off x="8945883" y="4434840"/>
              <a:ext cx="248787" cy="230832"/>
            </a:xfrm>
            <a:prstGeom prst="rect">
              <a:avLst/>
            </a:prstGeom>
            <a:noFill/>
          </p:spPr>
          <p:txBody>
            <a:bodyPr wrap="none">
              <a:spAutoFit/>
            </a:bodyPr>
            <a:lstStyle/>
            <a:p>
              <a:pPr algn="ctr">
                <a:defRPr sz="800">
                  <a:solidFill>
                    <a:srgbClr val="232323"/>
                  </a:solidFill>
                </a:defRPr>
              </a:pPr>
              <a:r>
                <a:rPr sz="900" b="1"/>
                <a:t>1</a:t>
              </a:r>
            </a:p>
          </p:txBody>
        </p:sp>
        <p:sp>
          <p:nvSpPr>
            <p:cNvPr id="57" name="Rectangle 56">
              <a:extLst>
                <a:ext uri="{FF2B5EF4-FFF2-40B4-BE49-F238E27FC236}">
                  <a16:creationId xmlns:a16="http://schemas.microsoft.com/office/drawing/2014/main" id="{8FB94454-CE4C-9C69-CC48-36AF74F24769}"/>
                </a:ext>
              </a:extLst>
            </p:cNvPr>
            <p:cNvSpPr/>
            <p:nvPr/>
          </p:nvSpPr>
          <p:spPr>
            <a:xfrm>
              <a:off x="9486900" y="1782749"/>
              <a:ext cx="401193" cy="260637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a:extLst>
                <a:ext uri="{FF2B5EF4-FFF2-40B4-BE49-F238E27FC236}">
                  <a16:creationId xmlns:a16="http://schemas.microsoft.com/office/drawing/2014/main" id="{29BACDD2-5416-14A6-5468-E8EA4DAC04ED}"/>
                </a:ext>
              </a:extLst>
            </p:cNvPr>
            <p:cNvSpPr txBox="1"/>
            <p:nvPr/>
          </p:nvSpPr>
          <p:spPr>
            <a:xfrm>
              <a:off x="9563103" y="4434840"/>
              <a:ext cx="248787" cy="230832"/>
            </a:xfrm>
            <a:prstGeom prst="rect">
              <a:avLst/>
            </a:prstGeom>
            <a:noFill/>
          </p:spPr>
          <p:txBody>
            <a:bodyPr wrap="none">
              <a:spAutoFit/>
            </a:bodyPr>
            <a:lstStyle/>
            <a:p>
              <a:pPr algn="ctr">
                <a:defRPr sz="800">
                  <a:solidFill>
                    <a:srgbClr val="232323"/>
                  </a:solidFill>
                </a:defRPr>
              </a:pPr>
              <a:r>
                <a:rPr sz="900" b="1"/>
                <a:t>2</a:t>
              </a:r>
            </a:p>
          </p:txBody>
        </p:sp>
        <p:sp>
          <p:nvSpPr>
            <p:cNvPr id="59" name="Rectangle 58">
              <a:extLst>
                <a:ext uri="{FF2B5EF4-FFF2-40B4-BE49-F238E27FC236}">
                  <a16:creationId xmlns:a16="http://schemas.microsoft.com/office/drawing/2014/main" id="{126411C4-1028-10CD-6500-C98EA3B2EE83}"/>
                </a:ext>
              </a:extLst>
            </p:cNvPr>
            <p:cNvSpPr/>
            <p:nvPr/>
          </p:nvSpPr>
          <p:spPr>
            <a:xfrm>
              <a:off x="10104119" y="2787812"/>
              <a:ext cx="401193" cy="1601307"/>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a:extLst>
                <a:ext uri="{FF2B5EF4-FFF2-40B4-BE49-F238E27FC236}">
                  <a16:creationId xmlns:a16="http://schemas.microsoft.com/office/drawing/2014/main" id="{52E631CD-A180-BA4E-7159-F03C7A909CD5}"/>
                </a:ext>
              </a:extLst>
            </p:cNvPr>
            <p:cNvSpPr txBox="1"/>
            <p:nvPr/>
          </p:nvSpPr>
          <p:spPr>
            <a:xfrm>
              <a:off x="10180323" y="4434840"/>
              <a:ext cx="248787" cy="230832"/>
            </a:xfrm>
            <a:prstGeom prst="rect">
              <a:avLst/>
            </a:prstGeom>
            <a:noFill/>
          </p:spPr>
          <p:txBody>
            <a:bodyPr wrap="none">
              <a:spAutoFit/>
            </a:bodyPr>
            <a:lstStyle/>
            <a:p>
              <a:pPr algn="ctr">
                <a:defRPr sz="800">
                  <a:solidFill>
                    <a:srgbClr val="232323"/>
                  </a:solidFill>
                </a:defRPr>
              </a:pPr>
              <a:r>
                <a:rPr sz="900" b="1" dirty="0"/>
                <a:t>4</a:t>
              </a:r>
            </a:p>
          </p:txBody>
        </p:sp>
        <p:sp>
          <p:nvSpPr>
            <p:cNvPr id="61" name="Rectangle 60">
              <a:extLst>
                <a:ext uri="{FF2B5EF4-FFF2-40B4-BE49-F238E27FC236}">
                  <a16:creationId xmlns:a16="http://schemas.microsoft.com/office/drawing/2014/main" id="{82448B38-20D9-DBCF-5BE7-25ACA600903A}"/>
                </a:ext>
              </a:extLst>
            </p:cNvPr>
            <p:cNvSpPr/>
            <p:nvPr/>
          </p:nvSpPr>
          <p:spPr>
            <a:xfrm>
              <a:off x="10721340" y="2912253"/>
              <a:ext cx="401193" cy="1476866"/>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a:extLst>
                <a:ext uri="{FF2B5EF4-FFF2-40B4-BE49-F238E27FC236}">
                  <a16:creationId xmlns:a16="http://schemas.microsoft.com/office/drawing/2014/main" id="{B8340FB7-0FF6-8611-988D-3B257546404E}"/>
                </a:ext>
              </a:extLst>
            </p:cNvPr>
            <p:cNvSpPr txBox="1"/>
            <p:nvPr/>
          </p:nvSpPr>
          <p:spPr>
            <a:xfrm>
              <a:off x="10797543" y="4434840"/>
              <a:ext cx="248787" cy="230832"/>
            </a:xfrm>
            <a:prstGeom prst="rect">
              <a:avLst/>
            </a:prstGeom>
            <a:noFill/>
          </p:spPr>
          <p:txBody>
            <a:bodyPr wrap="none">
              <a:spAutoFit/>
            </a:bodyPr>
            <a:lstStyle/>
            <a:p>
              <a:pPr algn="ctr">
                <a:defRPr sz="800">
                  <a:solidFill>
                    <a:srgbClr val="232323"/>
                  </a:solidFill>
                </a:defRPr>
              </a:pPr>
              <a:r>
                <a:rPr sz="900" b="1" dirty="0"/>
                <a:t>3</a:t>
              </a:r>
            </a:p>
          </p:txBody>
        </p:sp>
      </p:grpSp>
      <p:sp>
        <p:nvSpPr>
          <p:cNvPr id="64" name="TextBox 63">
            <a:extLst>
              <a:ext uri="{FF2B5EF4-FFF2-40B4-BE49-F238E27FC236}">
                <a16:creationId xmlns:a16="http://schemas.microsoft.com/office/drawing/2014/main" id="{E9181B6C-3AFF-52A5-BB22-B8E872E22D44}"/>
              </a:ext>
            </a:extLst>
          </p:cNvPr>
          <p:cNvSpPr txBox="1"/>
          <p:nvPr/>
        </p:nvSpPr>
        <p:spPr>
          <a:xfrm>
            <a:off x="346789" y="5077509"/>
            <a:ext cx="10607040" cy="1323439"/>
          </a:xfrm>
          <a:prstGeom prst="rect">
            <a:avLst/>
          </a:prstGeom>
          <a:noFill/>
        </p:spPr>
        <p:txBody>
          <a:bodyPr wrap="square">
            <a:spAutoFit/>
          </a:bodyPr>
          <a:lstStyle/>
          <a:p>
            <a:pPr marL="171450" indent="-171450">
              <a:spcAft>
                <a:spcPts val="1200"/>
              </a:spcAft>
              <a:buFont typeface="Arial" panose="020B0604020202020204" pitchFamily="34" charset="0"/>
              <a:buChar char="•"/>
              <a:defRPr sz="1200">
                <a:solidFill>
                  <a:srgbClr val="232323"/>
                </a:solidFill>
              </a:defRPr>
            </a:pPr>
            <a:r>
              <a:rPr sz="2000" dirty="0"/>
              <a:t>Weekday average: 63.34; Weekend average: 48.09.</a:t>
            </a:r>
          </a:p>
          <a:p>
            <a:pPr marL="171450" indent="-171450">
              <a:spcAft>
                <a:spcPts val="1200"/>
              </a:spcAft>
              <a:buFont typeface="Arial" panose="020B0604020202020204" pitchFamily="34" charset="0"/>
              <a:buChar char="•"/>
              <a:defRPr sz="1200">
                <a:solidFill>
                  <a:srgbClr val="232323"/>
                </a:solidFill>
              </a:defRPr>
            </a:pPr>
            <a:r>
              <a:rPr sz="2000" dirty="0"/>
              <a:t>Highest weekday average: 67.66.</a:t>
            </a:r>
          </a:p>
          <a:p>
            <a:pPr marL="171450" indent="-171450">
              <a:spcAft>
                <a:spcPts val="1200"/>
              </a:spcAft>
              <a:buFont typeface="Arial" panose="020B0604020202020204" pitchFamily="34" charset="0"/>
              <a:buChar char="•"/>
              <a:defRPr sz="1200">
                <a:solidFill>
                  <a:srgbClr val="232323"/>
                </a:solidFill>
              </a:defRPr>
            </a:pPr>
            <a:r>
              <a:rPr sz="2000" dirty="0"/>
              <a:t>Weather category 1 has the highest average demand (61.67).</a:t>
            </a:r>
          </a:p>
        </p:txBody>
      </p:sp>
      <p:sp>
        <p:nvSpPr>
          <p:cNvPr id="66" name="TextBox 65">
            <a:extLst>
              <a:ext uri="{FF2B5EF4-FFF2-40B4-BE49-F238E27FC236}">
                <a16:creationId xmlns:a16="http://schemas.microsoft.com/office/drawing/2014/main" id="{58E87752-5491-2F4D-B421-22503CE0F5E4}"/>
              </a:ext>
            </a:extLst>
          </p:cNvPr>
          <p:cNvSpPr txBox="1"/>
          <p:nvPr/>
        </p:nvSpPr>
        <p:spPr>
          <a:xfrm>
            <a:off x="7915192" y="1229492"/>
            <a:ext cx="3200400" cy="320040"/>
          </a:xfrm>
          <a:prstGeom prst="rect">
            <a:avLst/>
          </a:prstGeom>
          <a:noFill/>
        </p:spPr>
        <p:txBody>
          <a:bodyPr wrap="none">
            <a:spAutoFit/>
          </a:bodyPr>
          <a:lstStyle/>
          <a:p>
            <a:pPr>
              <a:defRPr sz="1500" b="1">
                <a:solidFill>
                  <a:srgbClr val="1F4E79"/>
                </a:solidFill>
              </a:defRPr>
            </a:pPr>
            <a:r>
              <a:rPr dirty="0"/>
              <a:t>Weather Average</a:t>
            </a:r>
          </a:p>
        </p:txBody>
      </p:sp>
      <p:pic>
        <p:nvPicPr>
          <p:cNvPr id="6" name="Picture 5">
            <a:extLst>
              <a:ext uri="{FF2B5EF4-FFF2-40B4-BE49-F238E27FC236}">
                <a16:creationId xmlns:a16="http://schemas.microsoft.com/office/drawing/2014/main" id="{CD73D557-B1CC-92F8-1173-BD84D32E3820}"/>
              </a:ext>
            </a:extLst>
          </p:cNvPr>
          <p:cNvPicPr>
            <a:picLocks noChangeAspect="1"/>
          </p:cNvPicPr>
          <p:nvPr/>
        </p:nvPicPr>
        <p:blipFill>
          <a:blip r:embed="rId2"/>
          <a:srcRect l="18459" t="38996" r="18045" b="39911"/>
          <a:stretch>
            <a:fillRect/>
          </a:stretch>
        </p:blipFill>
        <p:spPr>
          <a:xfrm flipH="1">
            <a:off x="0" y="6373777"/>
            <a:ext cx="888664" cy="484222"/>
          </a:xfrm>
          <a:prstGeom prst="rect">
            <a:avLst/>
          </a:prstGeom>
        </p:spPr>
      </p:pic>
      <p:pic>
        <p:nvPicPr>
          <p:cNvPr id="8" name="Picture 7">
            <a:extLst>
              <a:ext uri="{FF2B5EF4-FFF2-40B4-BE49-F238E27FC236}">
                <a16:creationId xmlns:a16="http://schemas.microsoft.com/office/drawing/2014/main" id="{9CEF568D-B73E-9120-D50D-191F81D3D384}"/>
              </a:ext>
            </a:extLst>
          </p:cNvPr>
          <p:cNvPicPr>
            <a:picLocks noChangeAspect="1"/>
          </p:cNvPicPr>
          <p:nvPr/>
        </p:nvPicPr>
        <p:blipFill>
          <a:blip r:embed="rId2"/>
          <a:srcRect l="18459" t="38996" r="18045" b="39911"/>
          <a:stretch>
            <a:fillRect/>
          </a:stretch>
        </p:blipFill>
        <p:spPr>
          <a:xfrm>
            <a:off x="11247206" y="6373777"/>
            <a:ext cx="888664" cy="484222"/>
          </a:xfrm>
          <a:prstGeom prst="rect">
            <a:avLst/>
          </a:prstGeom>
        </p:spPr>
      </p:pic>
    </p:spTree>
    <p:extLst>
      <p:ext uri="{BB962C8B-B14F-4D97-AF65-F5344CB8AC3E}">
        <p14:creationId xmlns:p14="http://schemas.microsoft.com/office/powerpoint/2010/main" val="2455331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AF7E4E-603E-0910-D69D-C632B12A247E}"/>
              </a:ext>
            </a:extLst>
          </p:cNvPr>
          <p:cNvSpPr txBox="1"/>
          <p:nvPr/>
        </p:nvSpPr>
        <p:spPr>
          <a:xfrm>
            <a:off x="615142" y="586047"/>
            <a:ext cx="6650182" cy="646331"/>
          </a:xfrm>
          <a:prstGeom prst="rect">
            <a:avLst/>
          </a:prstGeom>
          <a:noFill/>
        </p:spPr>
        <p:txBody>
          <a:bodyPr wrap="square">
            <a:spAutoFit/>
          </a:bodyPr>
          <a:lstStyle/>
          <a:p>
            <a:pPr>
              <a:defRPr sz="2700" b="1">
                <a:solidFill>
                  <a:srgbClr val="1F4E79"/>
                </a:solidFill>
              </a:defRPr>
            </a:pPr>
            <a:r>
              <a:rPr sz="3600" dirty="0"/>
              <a:t>Demand Level Classification</a:t>
            </a:r>
          </a:p>
        </p:txBody>
      </p:sp>
      <p:sp>
        <p:nvSpPr>
          <p:cNvPr id="5" name="Rounded Rectangle 3">
            <a:extLst>
              <a:ext uri="{FF2B5EF4-FFF2-40B4-BE49-F238E27FC236}">
                <a16:creationId xmlns:a16="http://schemas.microsoft.com/office/drawing/2014/main" id="{E2ECDCB4-C47A-D622-16B4-92D9B1643A83}"/>
              </a:ext>
            </a:extLst>
          </p:cNvPr>
          <p:cNvSpPr/>
          <p:nvPr/>
        </p:nvSpPr>
        <p:spPr>
          <a:xfrm>
            <a:off x="615142" y="1600200"/>
            <a:ext cx="2834640" cy="1417320"/>
          </a:xfrm>
          <a:prstGeom prst="roundRect">
            <a:avLst/>
          </a:prstGeom>
          <a:solidFill>
            <a:srgbClr val="F4CCCC"/>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1F4E79"/>
                </a:solidFill>
              </a:defRPr>
            </a:pPr>
            <a:r>
              <a:t>501</a:t>
            </a:r>
          </a:p>
          <a:p>
            <a:pPr algn="ctr">
              <a:defRPr sz="1100">
                <a:solidFill>
                  <a:srgbClr val="232323"/>
                </a:solidFill>
              </a:defRPr>
            </a:pPr>
            <a:r>
              <a:t>Low Demand</a:t>
            </a:r>
          </a:p>
        </p:txBody>
      </p:sp>
      <p:sp>
        <p:nvSpPr>
          <p:cNvPr id="9" name="Rounded Rectangle 4">
            <a:extLst>
              <a:ext uri="{FF2B5EF4-FFF2-40B4-BE49-F238E27FC236}">
                <a16:creationId xmlns:a16="http://schemas.microsoft.com/office/drawing/2014/main" id="{F594CC93-2799-9C7C-C869-359FCDFABBAC}"/>
              </a:ext>
            </a:extLst>
          </p:cNvPr>
          <p:cNvSpPr/>
          <p:nvPr/>
        </p:nvSpPr>
        <p:spPr>
          <a:xfrm>
            <a:off x="4314305" y="1600200"/>
            <a:ext cx="2834640" cy="1417320"/>
          </a:xfrm>
          <a:prstGeom prst="roundRect">
            <a:avLst/>
          </a:prstGeom>
          <a:solidFill>
            <a:srgbClr val="FFE59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1F4E79"/>
                </a:solidFill>
              </a:defRPr>
            </a:pPr>
            <a:r>
              <a:rPr dirty="0"/>
              <a:t>422</a:t>
            </a:r>
          </a:p>
          <a:p>
            <a:pPr algn="ctr">
              <a:defRPr sz="1100">
                <a:solidFill>
                  <a:srgbClr val="232323"/>
                </a:solidFill>
              </a:defRPr>
            </a:pPr>
            <a:r>
              <a:rPr dirty="0"/>
              <a:t>Medium Demand</a:t>
            </a:r>
          </a:p>
        </p:txBody>
      </p:sp>
      <p:sp>
        <p:nvSpPr>
          <p:cNvPr id="11" name="Rounded Rectangle 5">
            <a:extLst>
              <a:ext uri="{FF2B5EF4-FFF2-40B4-BE49-F238E27FC236}">
                <a16:creationId xmlns:a16="http://schemas.microsoft.com/office/drawing/2014/main" id="{E531CDAD-7064-D341-EB72-F34213384F70}"/>
              </a:ext>
            </a:extLst>
          </p:cNvPr>
          <p:cNvSpPr/>
          <p:nvPr/>
        </p:nvSpPr>
        <p:spPr>
          <a:xfrm>
            <a:off x="8013468" y="1600200"/>
            <a:ext cx="2834640" cy="1417320"/>
          </a:xfrm>
          <a:prstGeom prst="roundRect">
            <a:avLst/>
          </a:prstGeom>
          <a:solidFill>
            <a:srgbClr val="D9EAD3"/>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1F4E79"/>
                </a:solidFill>
              </a:defRPr>
            </a:pPr>
            <a:r>
              <a:t>77</a:t>
            </a:r>
          </a:p>
          <a:p>
            <a:pPr algn="ctr">
              <a:defRPr sz="1100">
                <a:solidFill>
                  <a:srgbClr val="232323"/>
                </a:solidFill>
              </a:defRPr>
            </a:pPr>
            <a:r>
              <a:t>High Demand</a:t>
            </a:r>
          </a:p>
        </p:txBody>
      </p:sp>
      <p:sp>
        <p:nvSpPr>
          <p:cNvPr id="13" name="TextBox 12">
            <a:extLst>
              <a:ext uri="{FF2B5EF4-FFF2-40B4-BE49-F238E27FC236}">
                <a16:creationId xmlns:a16="http://schemas.microsoft.com/office/drawing/2014/main" id="{3A625913-D5D5-D638-821D-7818BA8EC354}"/>
              </a:ext>
            </a:extLst>
          </p:cNvPr>
          <p:cNvSpPr txBox="1"/>
          <p:nvPr/>
        </p:nvSpPr>
        <p:spPr>
          <a:xfrm>
            <a:off x="615142" y="3840481"/>
            <a:ext cx="10607040" cy="1631216"/>
          </a:xfrm>
          <a:prstGeom prst="rect">
            <a:avLst/>
          </a:prstGeom>
          <a:noFill/>
        </p:spPr>
        <p:txBody>
          <a:bodyPr wrap="square">
            <a:spAutoFit/>
          </a:bodyPr>
          <a:lstStyle/>
          <a:p>
            <a:pPr marL="342900" indent="-342900">
              <a:spcAft>
                <a:spcPts val="1200"/>
              </a:spcAft>
              <a:buFont typeface="Wingdings" panose="05000000000000000000" pitchFamily="2" charset="2"/>
              <a:buChar char="q"/>
              <a:defRPr sz="1800">
                <a:solidFill>
                  <a:srgbClr val="232323"/>
                </a:solidFill>
              </a:defRPr>
            </a:pPr>
            <a:r>
              <a:rPr sz="2000" dirty="0" err="1"/>
              <a:t>Demand_Level</a:t>
            </a:r>
            <a:r>
              <a:rPr sz="2000" dirty="0"/>
              <a:t> is generated automatically from </a:t>
            </a:r>
            <a:r>
              <a:rPr sz="2000" dirty="0" err="1"/>
              <a:t>Total_User</a:t>
            </a:r>
            <a:r>
              <a:rPr sz="2000" dirty="0"/>
              <a:t>.</a:t>
            </a:r>
          </a:p>
          <a:p>
            <a:pPr marL="342900" indent="-342900">
              <a:spcAft>
                <a:spcPts val="1200"/>
              </a:spcAft>
              <a:buFont typeface="Wingdings" panose="05000000000000000000" pitchFamily="2" charset="2"/>
              <a:buChar char="q"/>
              <a:defRPr sz="1800">
                <a:solidFill>
                  <a:srgbClr val="232323"/>
                </a:solidFill>
              </a:defRPr>
            </a:pPr>
            <a:r>
              <a:rPr sz="2000" dirty="0"/>
              <a:t>The classification supports dashboard segmentation and funnel-style visualization.</a:t>
            </a:r>
          </a:p>
          <a:p>
            <a:pPr marL="342900" indent="-342900">
              <a:spcAft>
                <a:spcPts val="1200"/>
              </a:spcAft>
              <a:buFont typeface="Wingdings" panose="05000000000000000000" pitchFamily="2" charset="2"/>
              <a:buChar char="q"/>
              <a:defRPr sz="1800">
                <a:solidFill>
                  <a:srgbClr val="232323"/>
                </a:solidFill>
              </a:defRPr>
            </a:pPr>
            <a:r>
              <a:rPr sz="2000" dirty="0"/>
              <a:t>It provides an easy operational view of how many records fall into lower, moderate and higher demand conditions.</a:t>
            </a:r>
          </a:p>
        </p:txBody>
      </p:sp>
      <p:pic>
        <p:nvPicPr>
          <p:cNvPr id="4" name="Picture 3">
            <a:extLst>
              <a:ext uri="{FF2B5EF4-FFF2-40B4-BE49-F238E27FC236}">
                <a16:creationId xmlns:a16="http://schemas.microsoft.com/office/drawing/2014/main" id="{19E9F32F-8F85-75F4-25BA-EAAE583431BC}"/>
              </a:ext>
            </a:extLst>
          </p:cNvPr>
          <p:cNvPicPr>
            <a:picLocks noChangeAspect="1"/>
          </p:cNvPicPr>
          <p:nvPr/>
        </p:nvPicPr>
        <p:blipFill>
          <a:blip r:embed="rId2"/>
          <a:srcRect l="18459" t="38996" r="18045" b="39911"/>
          <a:stretch>
            <a:fillRect/>
          </a:stretch>
        </p:blipFill>
        <p:spPr>
          <a:xfrm>
            <a:off x="11041627" y="6231175"/>
            <a:ext cx="1150374" cy="626825"/>
          </a:xfrm>
          <a:prstGeom prst="rect">
            <a:avLst/>
          </a:prstGeom>
        </p:spPr>
      </p:pic>
      <p:pic>
        <p:nvPicPr>
          <p:cNvPr id="7" name="Picture 6">
            <a:extLst>
              <a:ext uri="{FF2B5EF4-FFF2-40B4-BE49-F238E27FC236}">
                <a16:creationId xmlns:a16="http://schemas.microsoft.com/office/drawing/2014/main" id="{97413A8A-F257-EB7F-2588-5AACE74DF427}"/>
              </a:ext>
            </a:extLst>
          </p:cNvPr>
          <p:cNvPicPr>
            <a:picLocks noChangeAspect="1"/>
          </p:cNvPicPr>
          <p:nvPr/>
        </p:nvPicPr>
        <p:blipFill>
          <a:blip r:embed="rId2"/>
          <a:srcRect l="18459" t="38996" r="18045" b="39911"/>
          <a:stretch>
            <a:fillRect/>
          </a:stretch>
        </p:blipFill>
        <p:spPr>
          <a:xfrm flipH="1">
            <a:off x="0" y="6231174"/>
            <a:ext cx="1150374" cy="626825"/>
          </a:xfrm>
          <a:prstGeom prst="rect">
            <a:avLst/>
          </a:prstGeom>
        </p:spPr>
      </p:pic>
    </p:spTree>
    <p:extLst>
      <p:ext uri="{BB962C8B-B14F-4D97-AF65-F5344CB8AC3E}">
        <p14:creationId xmlns:p14="http://schemas.microsoft.com/office/powerpoint/2010/main" val="343147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F4B88E-F06C-0FC3-0161-6A7C82F3B6A4}"/>
              </a:ext>
            </a:extLst>
          </p:cNvPr>
          <p:cNvSpPr txBox="1"/>
          <p:nvPr/>
        </p:nvSpPr>
        <p:spPr>
          <a:xfrm>
            <a:off x="694112" y="602672"/>
            <a:ext cx="5401887" cy="646331"/>
          </a:xfrm>
          <a:prstGeom prst="rect">
            <a:avLst/>
          </a:prstGeom>
          <a:noFill/>
        </p:spPr>
        <p:txBody>
          <a:bodyPr wrap="square">
            <a:spAutoFit/>
          </a:bodyPr>
          <a:lstStyle/>
          <a:p>
            <a:pPr>
              <a:defRPr sz="2700" b="1">
                <a:solidFill>
                  <a:srgbClr val="1F4E79"/>
                </a:solidFill>
              </a:defRPr>
            </a:pPr>
            <a:r>
              <a:rPr sz="3600" dirty="0"/>
              <a:t>Interactive Dashboard</a:t>
            </a:r>
          </a:p>
        </p:txBody>
      </p:sp>
      <p:sp>
        <p:nvSpPr>
          <p:cNvPr id="5" name="TextBox 4">
            <a:extLst>
              <a:ext uri="{FF2B5EF4-FFF2-40B4-BE49-F238E27FC236}">
                <a16:creationId xmlns:a16="http://schemas.microsoft.com/office/drawing/2014/main" id="{576DEE6B-7046-CA19-5D88-2C8D3D6DCD32}"/>
              </a:ext>
            </a:extLst>
          </p:cNvPr>
          <p:cNvSpPr txBox="1"/>
          <p:nvPr/>
        </p:nvSpPr>
        <p:spPr>
          <a:xfrm>
            <a:off x="694112" y="1741517"/>
            <a:ext cx="10444943" cy="3631763"/>
          </a:xfrm>
          <a:prstGeom prst="rect">
            <a:avLst/>
          </a:prstGeom>
          <a:noFill/>
        </p:spPr>
        <p:txBody>
          <a:bodyPr wrap="square">
            <a:spAutoFit/>
          </a:bodyPr>
          <a:lstStyle/>
          <a:p>
            <a:pPr marL="342900" indent="-342900">
              <a:spcAft>
                <a:spcPts val="1200"/>
              </a:spcAft>
              <a:buFont typeface="Wingdings" panose="05000000000000000000" pitchFamily="2" charset="2"/>
              <a:buChar char="q"/>
              <a:defRPr sz="1700">
                <a:solidFill>
                  <a:srgbClr val="232323"/>
                </a:solidFill>
              </a:defRPr>
            </a:pPr>
            <a:r>
              <a:rPr sz="2000" dirty="0"/>
              <a:t>KPI cards summarize total users, average demand, maximum demand and registered users.</a:t>
            </a:r>
          </a:p>
          <a:p>
            <a:pPr marL="342900" indent="-342900">
              <a:spcAft>
                <a:spcPts val="1200"/>
              </a:spcAft>
              <a:buFont typeface="Wingdings" panose="05000000000000000000" pitchFamily="2" charset="2"/>
              <a:buChar char="q"/>
              <a:defRPr sz="1700">
                <a:solidFill>
                  <a:srgbClr val="232323"/>
                </a:solidFill>
              </a:defRPr>
            </a:pPr>
            <a:r>
              <a:rPr sz="2000" dirty="0"/>
              <a:t>Line chart: hourly demand pattern.</a:t>
            </a:r>
          </a:p>
          <a:p>
            <a:pPr marL="342900" indent="-342900">
              <a:spcAft>
                <a:spcPts val="1200"/>
              </a:spcAft>
              <a:buFont typeface="Wingdings" panose="05000000000000000000" pitchFamily="2" charset="2"/>
              <a:buChar char="q"/>
              <a:defRPr sz="1700">
                <a:solidFill>
                  <a:srgbClr val="232323"/>
                </a:solidFill>
              </a:defRPr>
            </a:pPr>
            <a:r>
              <a:rPr sz="2000" dirty="0"/>
              <a:t>Bar charts: monthly demand, weather demand and user/demand composition.</a:t>
            </a:r>
          </a:p>
          <a:p>
            <a:pPr marL="342900" indent="-342900">
              <a:spcAft>
                <a:spcPts val="1200"/>
              </a:spcAft>
              <a:buFont typeface="Wingdings" panose="05000000000000000000" pitchFamily="2" charset="2"/>
              <a:buChar char="q"/>
              <a:defRPr sz="1700">
                <a:solidFill>
                  <a:srgbClr val="232323"/>
                </a:solidFill>
              </a:defRPr>
            </a:pPr>
            <a:r>
              <a:rPr sz="2000" dirty="0"/>
              <a:t>Weekday × hour heatmap highlights relatively high and low demand combinations.</a:t>
            </a:r>
          </a:p>
          <a:p>
            <a:pPr marL="342900" indent="-342900">
              <a:spcAft>
                <a:spcPts val="1200"/>
              </a:spcAft>
              <a:buFont typeface="Wingdings" panose="05000000000000000000" pitchFamily="2" charset="2"/>
              <a:buChar char="q"/>
              <a:defRPr sz="1700">
                <a:solidFill>
                  <a:srgbClr val="232323"/>
                </a:solidFill>
              </a:defRPr>
            </a:pPr>
            <a:r>
              <a:rPr sz="2000" dirty="0"/>
              <a:t>Slicers and timeline provide dynamic filtering for dashboard exploration.</a:t>
            </a:r>
          </a:p>
          <a:p>
            <a:pPr marL="342900" indent="-342900">
              <a:spcAft>
                <a:spcPts val="1200"/>
              </a:spcAft>
              <a:buFont typeface="Wingdings" panose="05000000000000000000" pitchFamily="2" charset="2"/>
              <a:buChar char="q"/>
              <a:defRPr sz="1700">
                <a:solidFill>
                  <a:srgbClr val="232323"/>
                </a:solidFill>
              </a:defRPr>
            </a:pPr>
            <a:r>
              <a:rPr sz="2000" dirty="0"/>
              <a:t>The dashboard is designed as the management-facing layer of the Excel project.</a:t>
            </a:r>
          </a:p>
        </p:txBody>
      </p:sp>
      <p:pic>
        <p:nvPicPr>
          <p:cNvPr id="4" name="Picture 3">
            <a:extLst>
              <a:ext uri="{FF2B5EF4-FFF2-40B4-BE49-F238E27FC236}">
                <a16:creationId xmlns:a16="http://schemas.microsoft.com/office/drawing/2014/main" id="{735BCEF6-80CE-B738-9A73-B558E901943A}"/>
              </a:ext>
            </a:extLst>
          </p:cNvPr>
          <p:cNvPicPr>
            <a:picLocks noChangeAspect="1"/>
          </p:cNvPicPr>
          <p:nvPr/>
        </p:nvPicPr>
        <p:blipFill>
          <a:blip r:embed="rId2"/>
          <a:srcRect l="18459" t="38996" r="18045" b="39911"/>
          <a:stretch>
            <a:fillRect/>
          </a:stretch>
        </p:blipFill>
        <p:spPr>
          <a:xfrm>
            <a:off x="11041627" y="6231175"/>
            <a:ext cx="1150374" cy="626825"/>
          </a:xfrm>
          <a:prstGeom prst="rect">
            <a:avLst/>
          </a:prstGeom>
        </p:spPr>
      </p:pic>
      <p:pic>
        <p:nvPicPr>
          <p:cNvPr id="7" name="Picture 6">
            <a:extLst>
              <a:ext uri="{FF2B5EF4-FFF2-40B4-BE49-F238E27FC236}">
                <a16:creationId xmlns:a16="http://schemas.microsoft.com/office/drawing/2014/main" id="{D4849210-311F-AC8C-069D-BC7AE1C93E10}"/>
              </a:ext>
            </a:extLst>
          </p:cNvPr>
          <p:cNvPicPr>
            <a:picLocks noChangeAspect="1"/>
          </p:cNvPicPr>
          <p:nvPr/>
        </p:nvPicPr>
        <p:blipFill>
          <a:blip r:embed="rId2"/>
          <a:srcRect l="18459" t="38996" r="18045" b="39911"/>
          <a:stretch>
            <a:fillRect/>
          </a:stretch>
        </p:blipFill>
        <p:spPr>
          <a:xfrm flipH="1">
            <a:off x="0" y="6231174"/>
            <a:ext cx="1150374" cy="626825"/>
          </a:xfrm>
          <a:prstGeom prst="rect">
            <a:avLst/>
          </a:prstGeom>
        </p:spPr>
      </p:pic>
    </p:spTree>
    <p:extLst>
      <p:ext uri="{BB962C8B-B14F-4D97-AF65-F5344CB8AC3E}">
        <p14:creationId xmlns:p14="http://schemas.microsoft.com/office/powerpoint/2010/main" val="1156077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875C8A-E68A-9AA0-B259-9EBE848EF674}"/>
              </a:ext>
            </a:extLst>
          </p:cNvPr>
          <p:cNvPicPr>
            <a:picLocks noChangeAspect="1"/>
          </p:cNvPicPr>
          <p:nvPr/>
        </p:nvPicPr>
        <p:blipFill>
          <a:blip r:embed="rId2"/>
          <a:stretch>
            <a:fillRect/>
          </a:stretch>
        </p:blipFill>
        <p:spPr>
          <a:xfrm>
            <a:off x="0" y="0"/>
            <a:ext cx="12192000" cy="4092823"/>
          </a:xfrm>
          <a:prstGeom prst="rect">
            <a:avLst/>
          </a:prstGeom>
        </p:spPr>
      </p:pic>
      <p:pic>
        <p:nvPicPr>
          <p:cNvPr id="5" name="Picture 4">
            <a:extLst>
              <a:ext uri="{FF2B5EF4-FFF2-40B4-BE49-F238E27FC236}">
                <a16:creationId xmlns:a16="http://schemas.microsoft.com/office/drawing/2014/main" id="{0FC5CA12-A50A-2FCD-F54E-963F1450A46D}"/>
              </a:ext>
            </a:extLst>
          </p:cNvPr>
          <p:cNvPicPr>
            <a:picLocks noChangeAspect="1"/>
          </p:cNvPicPr>
          <p:nvPr/>
        </p:nvPicPr>
        <p:blipFill>
          <a:blip r:embed="rId3"/>
          <a:srcRect t="1346"/>
          <a:stretch>
            <a:fillRect/>
          </a:stretch>
        </p:blipFill>
        <p:spPr>
          <a:xfrm>
            <a:off x="0" y="4092823"/>
            <a:ext cx="12192000" cy="2765177"/>
          </a:xfrm>
          <a:prstGeom prst="rect">
            <a:avLst/>
          </a:prstGeom>
        </p:spPr>
      </p:pic>
    </p:spTree>
    <p:extLst>
      <p:ext uri="{BB962C8B-B14F-4D97-AF65-F5344CB8AC3E}">
        <p14:creationId xmlns:p14="http://schemas.microsoft.com/office/powerpoint/2010/main" val="788409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FDF91C-422E-DCA2-4F18-20B29F8E87BB}"/>
              </a:ext>
            </a:extLst>
          </p:cNvPr>
          <p:cNvSpPr txBox="1"/>
          <p:nvPr/>
        </p:nvSpPr>
        <p:spPr>
          <a:xfrm>
            <a:off x="278476" y="569422"/>
            <a:ext cx="6155575" cy="646331"/>
          </a:xfrm>
          <a:prstGeom prst="rect">
            <a:avLst/>
          </a:prstGeom>
          <a:noFill/>
        </p:spPr>
        <p:txBody>
          <a:bodyPr wrap="square">
            <a:spAutoFit/>
          </a:bodyPr>
          <a:lstStyle/>
          <a:p>
            <a:pPr>
              <a:defRPr sz="2700" b="1">
                <a:solidFill>
                  <a:srgbClr val="1F4E79"/>
                </a:solidFill>
              </a:defRPr>
            </a:pPr>
            <a:r>
              <a:rPr sz="3600" dirty="0"/>
              <a:t>Weekday × Hour Heatmap</a:t>
            </a:r>
          </a:p>
        </p:txBody>
      </p:sp>
      <p:pic>
        <p:nvPicPr>
          <p:cNvPr id="5" name="Picture 4">
            <a:extLst>
              <a:ext uri="{FF2B5EF4-FFF2-40B4-BE49-F238E27FC236}">
                <a16:creationId xmlns:a16="http://schemas.microsoft.com/office/drawing/2014/main" id="{F3694103-0C47-21BA-7CBE-CC5BA220DB7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021" r="6156" b="9884"/>
          <a:stretch>
            <a:fillRect/>
          </a:stretch>
        </p:blipFill>
        <p:spPr bwMode="auto">
          <a:xfrm>
            <a:off x="278477" y="1439655"/>
            <a:ext cx="11592098" cy="346485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41E5009-2285-D016-9B96-497484DBA89F}"/>
              </a:ext>
            </a:extLst>
          </p:cNvPr>
          <p:cNvSpPr txBox="1"/>
          <p:nvPr/>
        </p:nvSpPr>
        <p:spPr>
          <a:xfrm>
            <a:off x="278476" y="5249488"/>
            <a:ext cx="10677698" cy="1184564"/>
          </a:xfrm>
          <a:prstGeom prst="rect">
            <a:avLst/>
          </a:prstGeom>
          <a:noFill/>
        </p:spPr>
        <p:txBody>
          <a:bodyPr wrap="square">
            <a:spAutoFit/>
          </a:bodyPr>
          <a:lstStyle/>
          <a:p>
            <a:pPr marL="285750" indent="-285750">
              <a:spcAft>
                <a:spcPts val="1200"/>
              </a:spcAft>
              <a:buFont typeface="Wingdings" panose="05000000000000000000" pitchFamily="2" charset="2"/>
              <a:buChar char="§"/>
              <a:defRPr sz="1300">
                <a:solidFill>
                  <a:srgbClr val="232323"/>
                </a:solidFill>
              </a:defRPr>
            </a:pPr>
            <a:r>
              <a:rPr sz="2000" dirty="0"/>
              <a:t>Darker cells represent relatively higher average demand.</a:t>
            </a:r>
          </a:p>
          <a:p>
            <a:pPr marL="285750" indent="-285750">
              <a:spcAft>
                <a:spcPts val="1200"/>
              </a:spcAft>
              <a:buFont typeface="Wingdings" panose="05000000000000000000" pitchFamily="2" charset="2"/>
              <a:buChar char="§"/>
              <a:defRPr sz="1300">
                <a:solidFill>
                  <a:srgbClr val="232323"/>
                </a:solidFill>
              </a:defRPr>
            </a:pPr>
            <a:r>
              <a:rPr sz="2000" dirty="0"/>
              <a:t>The heatmap is based on Average </a:t>
            </a:r>
            <a:r>
              <a:rPr sz="2000" dirty="0" err="1"/>
              <a:t>Total_User</a:t>
            </a:r>
            <a:r>
              <a:rPr sz="2000" dirty="0"/>
              <a:t>, making weekday/hour cells comparable.</a:t>
            </a:r>
          </a:p>
        </p:txBody>
      </p:sp>
      <p:pic>
        <p:nvPicPr>
          <p:cNvPr id="8" name="Picture 7">
            <a:extLst>
              <a:ext uri="{FF2B5EF4-FFF2-40B4-BE49-F238E27FC236}">
                <a16:creationId xmlns:a16="http://schemas.microsoft.com/office/drawing/2014/main" id="{DC0F1249-203F-278A-24EF-8748B1F49FDD}"/>
              </a:ext>
            </a:extLst>
          </p:cNvPr>
          <p:cNvPicPr>
            <a:picLocks noChangeAspect="1"/>
          </p:cNvPicPr>
          <p:nvPr/>
        </p:nvPicPr>
        <p:blipFill>
          <a:blip r:embed="rId3"/>
          <a:srcRect l="18459" t="38996" r="18045" b="39911"/>
          <a:stretch>
            <a:fillRect/>
          </a:stretch>
        </p:blipFill>
        <p:spPr>
          <a:xfrm>
            <a:off x="11247206" y="6373777"/>
            <a:ext cx="888664" cy="484222"/>
          </a:xfrm>
          <a:prstGeom prst="rect">
            <a:avLst/>
          </a:prstGeom>
        </p:spPr>
      </p:pic>
      <p:pic>
        <p:nvPicPr>
          <p:cNvPr id="10" name="Picture 9">
            <a:extLst>
              <a:ext uri="{FF2B5EF4-FFF2-40B4-BE49-F238E27FC236}">
                <a16:creationId xmlns:a16="http://schemas.microsoft.com/office/drawing/2014/main" id="{00C614B1-BE8B-9BEC-8361-D9BDF001CE49}"/>
              </a:ext>
            </a:extLst>
          </p:cNvPr>
          <p:cNvPicPr>
            <a:picLocks noChangeAspect="1"/>
          </p:cNvPicPr>
          <p:nvPr/>
        </p:nvPicPr>
        <p:blipFill>
          <a:blip r:embed="rId3"/>
          <a:srcRect l="18459" t="38996" r="18045" b="39911"/>
          <a:stretch>
            <a:fillRect/>
          </a:stretch>
        </p:blipFill>
        <p:spPr>
          <a:xfrm flipH="1">
            <a:off x="56130" y="6373777"/>
            <a:ext cx="888664" cy="484222"/>
          </a:xfrm>
          <a:prstGeom prst="rect">
            <a:avLst/>
          </a:prstGeom>
        </p:spPr>
      </p:pic>
    </p:spTree>
    <p:extLst>
      <p:ext uri="{BB962C8B-B14F-4D97-AF65-F5344CB8AC3E}">
        <p14:creationId xmlns:p14="http://schemas.microsoft.com/office/powerpoint/2010/main" val="3921529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224431-37FE-5C02-2D8E-4C4A180DBF7B}"/>
              </a:ext>
            </a:extLst>
          </p:cNvPr>
          <p:cNvSpPr txBox="1"/>
          <p:nvPr/>
        </p:nvSpPr>
        <p:spPr>
          <a:xfrm>
            <a:off x="710738" y="502920"/>
            <a:ext cx="3013364" cy="646331"/>
          </a:xfrm>
          <a:prstGeom prst="rect">
            <a:avLst/>
          </a:prstGeom>
          <a:noFill/>
        </p:spPr>
        <p:txBody>
          <a:bodyPr wrap="square">
            <a:spAutoFit/>
          </a:bodyPr>
          <a:lstStyle/>
          <a:p>
            <a:pPr>
              <a:defRPr sz="2700" b="1">
                <a:solidFill>
                  <a:srgbClr val="1F4E79"/>
                </a:solidFill>
              </a:defRPr>
            </a:pPr>
            <a:r>
              <a:rPr sz="3600" dirty="0"/>
              <a:t>Forecasting</a:t>
            </a:r>
          </a:p>
        </p:txBody>
      </p:sp>
      <p:sp>
        <p:nvSpPr>
          <p:cNvPr id="5" name="TextBox 4">
            <a:extLst>
              <a:ext uri="{FF2B5EF4-FFF2-40B4-BE49-F238E27FC236}">
                <a16:creationId xmlns:a16="http://schemas.microsoft.com/office/drawing/2014/main" id="{E8BB53CA-0988-94B1-02A5-79413701F3F9}"/>
              </a:ext>
            </a:extLst>
          </p:cNvPr>
          <p:cNvSpPr txBox="1"/>
          <p:nvPr/>
        </p:nvSpPr>
        <p:spPr>
          <a:xfrm>
            <a:off x="710738" y="1234473"/>
            <a:ext cx="9680171" cy="3170099"/>
          </a:xfrm>
          <a:prstGeom prst="rect">
            <a:avLst/>
          </a:prstGeom>
          <a:noFill/>
        </p:spPr>
        <p:txBody>
          <a:bodyPr wrap="square">
            <a:spAutoFit/>
          </a:bodyPr>
          <a:lstStyle/>
          <a:p>
            <a:pPr marL="285750" indent="-285750">
              <a:spcAft>
                <a:spcPts val="1200"/>
              </a:spcAft>
              <a:buFont typeface="Wingdings" panose="05000000000000000000" pitchFamily="2" charset="2"/>
              <a:buChar char="q"/>
              <a:defRPr sz="1700">
                <a:solidFill>
                  <a:srgbClr val="232323"/>
                </a:solidFill>
              </a:defRPr>
            </a:pPr>
            <a:r>
              <a:rPr sz="2000" dirty="0"/>
              <a:t>Daily demand is aggregated from the hourly records before forecasting.</a:t>
            </a:r>
          </a:p>
          <a:p>
            <a:pPr marL="285750" indent="-285750">
              <a:spcAft>
                <a:spcPts val="1200"/>
              </a:spcAft>
              <a:buFont typeface="Wingdings" panose="05000000000000000000" pitchFamily="2" charset="2"/>
              <a:buChar char="q"/>
              <a:defRPr sz="1700">
                <a:solidFill>
                  <a:srgbClr val="232323"/>
                </a:solidFill>
              </a:defRPr>
            </a:pPr>
            <a:r>
              <a:rPr sz="2000" dirty="0"/>
              <a:t>Excel Forecast Sheet is used to estimate future demand from the historical series.</a:t>
            </a:r>
          </a:p>
          <a:p>
            <a:pPr marL="285750" indent="-285750">
              <a:spcAft>
                <a:spcPts val="1200"/>
              </a:spcAft>
              <a:buFont typeface="Wingdings" panose="05000000000000000000" pitchFamily="2" charset="2"/>
              <a:buChar char="q"/>
              <a:defRPr sz="1700">
                <a:solidFill>
                  <a:srgbClr val="232323"/>
                </a:solidFill>
              </a:defRPr>
            </a:pPr>
            <a:r>
              <a:rPr sz="2000" dirty="0"/>
              <a:t>The final workbook includes forecast values with confidence bounds.</a:t>
            </a:r>
          </a:p>
          <a:p>
            <a:pPr marL="285750" indent="-285750">
              <a:spcAft>
                <a:spcPts val="1200"/>
              </a:spcAft>
              <a:buFont typeface="Wingdings" panose="05000000000000000000" pitchFamily="2" charset="2"/>
              <a:buChar char="q"/>
              <a:defRPr sz="1700">
                <a:solidFill>
                  <a:srgbClr val="232323"/>
                </a:solidFill>
              </a:defRPr>
            </a:pPr>
            <a:r>
              <a:rPr sz="2000" dirty="0"/>
              <a:t>Forecast outputs are intended for planning support rather than guaranteed predictions.</a:t>
            </a:r>
          </a:p>
          <a:p>
            <a:pPr marL="285750" indent="-285750">
              <a:spcAft>
                <a:spcPts val="1200"/>
              </a:spcAft>
              <a:buFont typeface="Wingdings" panose="05000000000000000000" pitchFamily="2" charset="2"/>
              <a:buChar char="q"/>
              <a:defRPr sz="1700">
                <a:solidFill>
                  <a:srgbClr val="232323"/>
                </a:solidFill>
              </a:defRPr>
            </a:pPr>
            <a:r>
              <a:rPr sz="2000" dirty="0"/>
              <a:t>Because the sample covers only 45 dates, forecast results should be treated cautiously and refreshed as more history becomes available.</a:t>
            </a:r>
          </a:p>
        </p:txBody>
      </p:sp>
      <p:graphicFrame>
        <p:nvGraphicFramePr>
          <p:cNvPr id="7" name="Chart 6">
            <a:extLst>
              <a:ext uri="{FF2B5EF4-FFF2-40B4-BE49-F238E27FC236}">
                <a16:creationId xmlns:a16="http://schemas.microsoft.com/office/drawing/2014/main" id="{4999A1E8-2FEA-8212-0EE5-649B69C550C8}"/>
              </a:ext>
            </a:extLst>
          </p:cNvPr>
          <p:cNvGraphicFramePr>
            <a:graphicFrameLocks/>
          </p:cNvGraphicFramePr>
          <p:nvPr>
            <p:extLst>
              <p:ext uri="{D42A27DB-BD31-4B8C-83A1-F6EECF244321}">
                <p14:modId xmlns:p14="http://schemas.microsoft.com/office/powerpoint/2010/main" val="1847226612"/>
              </p:ext>
            </p:extLst>
          </p:nvPr>
        </p:nvGraphicFramePr>
        <p:xfrm>
          <a:off x="710738" y="3625830"/>
          <a:ext cx="10395066" cy="2729250"/>
        </p:xfrm>
        <a:graphic>
          <a:graphicData uri="http://schemas.openxmlformats.org/drawingml/2006/chart">
            <c:chart xmlns:c="http://schemas.openxmlformats.org/drawingml/2006/chart" xmlns:r="http://schemas.openxmlformats.org/officeDocument/2006/relationships" r:id="rId2"/>
          </a:graphicData>
        </a:graphic>
      </p:graphicFrame>
      <p:pic>
        <p:nvPicPr>
          <p:cNvPr id="8" name="Picture 7">
            <a:extLst>
              <a:ext uri="{FF2B5EF4-FFF2-40B4-BE49-F238E27FC236}">
                <a16:creationId xmlns:a16="http://schemas.microsoft.com/office/drawing/2014/main" id="{A27F5C8E-F9CF-3285-EC00-180406FEEDDF}"/>
              </a:ext>
            </a:extLst>
          </p:cNvPr>
          <p:cNvPicPr>
            <a:picLocks noChangeAspect="1"/>
          </p:cNvPicPr>
          <p:nvPr/>
        </p:nvPicPr>
        <p:blipFill>
          <a:blip r:embed="rId3"/>
          <a:srcRect l="18459" t="38996" r="18045" b="39911"/>
          <a:stretch>
            <a:fillRect/>
          </a:stretch>
        </p:blipFill>
        <p:spPr>
          <a:xfrm>
            <a:off x="11247206" y="6373777"/>
            <a:ext cx="888664" cy="484222"/>
          </a:xfrm>
          <a:prstGeom prst="rect">
            <a:avLst/>
          </a:prstGeom>
        </p:spPr>
      </p:pic>
      <p:pic>
        <p:nvPicPr>
          <p:cNvPr id="10" name="Picture 9">
            <a:extLst>
              <a:ext uri="{FF2B5EF4-FFF2-40B4-BE49-F238E27FC236}">
                <a16:creationId xmlns:a16="http://schemas.microsoft.com/office/drawing/2014/main" id="{8F1F06C6-58B9-8089-E3B8-05EAE9AD0BD0}"/>
              </a:ext>
            </a:extLst>
          </p:cNvPr>
          <p:cNvPicPr>
            <a:picLocks noChangeAspect="1"/>
          </p:cNvPicPr>
          <p:nvPr/>
        </p:nvPicPr>
        <p:blipFill>
          <a:blip r:embed="rId3"/>
          <a:srcRect l="18459" t="38996" r="18045" b="39911"/>
          <a:stretch>
            <a:fillRect/>
          </a:stretch>
        </p:blipFill>
        <p:spPr>
          <a:xfrm flipH="1">
            <a:off x="0" y="6373778"/>
            <a:ext cx="888664" cy="484222"/>
          </a:xfrm>
          <a:prstGeom prst="rect">
            <a:avLst/>
          </a:prstGeom>
        </p:spPr>
      </p:pic>
    </p:spTree>
    <p:extLst>
      <p:ext uri="{BB962C8B-B14F-4D97-AF65-F5344CB8AC3E}">
        <p14:creationId xmlns:p14="http://schemas.microsoft.com/office/powerpoint/2010/main" val="4169624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B9A165-F607-8025-32DF-87FF92169457}"/>
              </a:ext>
            </a:extLst>
          </p:cNvPr>
          <p:cNvSpPr txBox="1"/>
          <p:nvPr/>
        </p:nvSpPr>
        <p:spPr>
          <a:xfrm>
            <a:off x="644237" y="552797"/>
            <a:ext cx="4709159" cy="646331"/>
          </a:xfrm>
          <a:prstGeom prst="rect">
            <a:avLst/>
          </a:prstGeom>
          <a:noFill/>
        </p:spPr>
        <p:txBody>
          <a:bodyPr wrap="square">
            <a:spAutoFit/>
          </a:bodyPr>
          <a:lstStyle/>
          <a:p>
            <a:pPr>
              <a:defRPr sz="2700" b="1">
                <a:solidFill>
                  <a:srgbClr val="1F4E79"/>
                </a:solidFill>
              </a:defRPr>
            </a:pPr>
            <a:r>
              <a:rPr sz="3600" dirty="0"/>
              <a:t>Anomaly Detection</a:t>
            </a:r>
          </a:p>
        </p:txBody>
      </p:sp>
      <p:sp>
        <p:nvSpPr>
          <p:cNvPr id="5" name="Rounded Rectangle 3">
            <a:extLst>
              <a:ext uri="{FF2B5EF4-FFF2-40B4-BE49-F238E27FC236}">
                <a16:creationId xmlns:a16="http://schemas.microsoft.com/office/drawing/2014/main" id="{DD04C0BA-C747-A4A5-5733-03197C1758CF}"/>
              </a:ext>
            </a:extLst>
          </p:cNvPr>
          <p:cNvSpPr/>
          <p:nvPr/>
        </p:nvSpPr>
        <p:spPr>
          <a:xfrm>
            <a:off x="644237" y="1757868"/>
            <a:ext cx="2926080" cy="1280160"/>
          </a:xfrm>
          <a:prstGeom prst="round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1F4E79"/>
                </a:solidFill>
              </a:defRPr>
            </a:pPr>
            <a:r>
              <a:rPr dirty="0"/>
              <a:t>1295.64</a:t>
            </a:r>
          </a:p>
          <a:p>
            <a:pPr algn="ctr">
              <a:defRPr sz="1100">
                <a:solidFill>
                  <a:srgbClr val="232323"/>
                </a:solidFill>
              </a:defRPr>
            </a:pPr>
            <a:r>
              <a:rPr dirty="0"/>
              <a:t>Daily Mean</a:t>
            </a:r>
          </a:p>
        </p:txBody>
      </p:sp>
      <p:sp>
        <p:nvSpPr>
          <p:cNvPr id="8" name="Rounded Rectangle 4">
            <a:extLst>
              <a:ext uri="{FF2B5EF4-FFF2-40B4-BE49-F238E27FC236}">
                <a16:creationId xmlns:a16="http://schemas.microsoft.com/office/drawing/2014/main" id="{B4A51C85-D2EB-0F94-93BA-1148DEE7F459}"/>
              </a:ext>
            </a:extLst>
          </p:cNvPr>
          <p:cNvSpPr/>
          <p:nvPr/>
        </p:nvSpPr>
        <p:spPr>
          <a:xfrm>
            <a:off x="4031672" y="1757868"/>
            <a:ext cx="2926080" cy="1280160"/>
          </a:xfrm>
          <a:prstGeom prst="round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1F4E79"/>
                </a:solidFill>
              </a:defRPr>
            </a:pPr>
            <a:r>
              <a:t>392.65</a:t>
            </a:r>
          </a:p>
          <a:p>
            <a:pPr algn="ctr">
              <a:defRPr sz="1100">
                <a:solidFill>
                  <a:srgbClr val="232323"/>
                </a:solidFill>
              </a:defRPr>
            </a:pPr>
            <a:r>
              <a:t>Std. Deviation</a:t>
            </a:r>
          </a:p>
        </p:txBody>
      </p:sp>
      <p:sp>
        <p:nvSpPr>
          <p:cNvPr id="10" name="Rounded Rectangle 5">
            <a:extLst>
              <a:ext uri="{FF2B5EF4-FFF2-40B4-BE49-F238E27FC236}">
                <a16:creationId xmlns:a16="http://schemas.microsoft.com/office/drawing/2014/main" id="{76FF59C3-D288-2CE9-61FB-7B688B9E02AC}"/>
              </a:ext>
            </a:extLst>
          </p:cNvPr>
          <p:cNvSpPr/>
          <p:nvPr/>
        </p:nvSpPr>
        <p:spPr>
          <a:xfrm>
            <a:off x="7419107" y="1757868"/>
            <a:ext cx="2926080" cy="1280160"/>
          </a:xfrm>
          <a:prstGeom prst="roundRect">
            <a:avLst/>
          </a:prstGeom>
          <a:solidFill>
            <a:srgbClr val="F4CCCC"/>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1F4E79"/>
                </a:solidFill>
              </a:defRPr>
            </a:pPr>
            <a:r>
              <a:t>3</a:t>
            </a:r>
          </a:p>
          <a:p>
            <a:pPr algn="ctr">
              <a:defRPr sz="1100">
                <a:solidFill>
                  <a:srgbClr val="232323"/>
                </a:solidFill>
              </a:defRPr>
            </a:pPr>
            <a:r>
              <a:t>Flagged Anomalies</a:t>
            </a:r>
          </a:p>
        </p:txBody>
      </p:sp>
      <p:sp>
        <p:nvSpPr>
          <p:cNvPr id="12" name="TextBox 11">
            <a:extLst>
              <a:ext uri="{FF2B5EF4-FFF2-40B4-BE49-F238E27FC236}">
                <a16:creationId xmlns:a16="http://schemas.microsoft.com/office/drawing/2014/main" id="{81B529A9-EF5B-DC2A-4A79-75DB871AF8FF}"/>
              </a:ext>
            </a:extLst>
          </p:cNvPr>
          <p:cNvSpPr txBox="1"/>
          <p:nvPr/>
        </p:nvSpPr>
        <p:spPr>
          <a:xfrm>
            <a:off x="644237" y="3596769"/>
            <a:ext cx="9700950" cy="2708434"/>
          </a:xfrm>
          <a:prstGeom prst="rect">
            <a:avLst/>
          </a:prstGeom>
          <a:noFill/>
        </p:spPr>
        <p:txBody>
          <a:bodyPr wrap="square">
            <a:spAutoFit/>
          </a:bodyPr>
          <a:lstStyle/>
          <a:p>
            <a:pPr marL="342900" indent="-342900">
              <a:spcAft>
                <a:spcPts val="1200"/>
              </a:spcAft>
              <a:buFont typeface="Wingdings" panose="05000000000000000000" pitchFamily="2" charset="2"/>
              <a:buChar char="q"/>
              <a:defRPr sz="1700">
                <a:solidFill>
                  <a:srgbClr val="232323"/>
                </a:solidFill>
              </a:defRPr>
            </a:pPr>
            <a:r>
              <a:rPr sz="2000" dirty="0"/>
              <a:t>Rule: flag daily demand below 510.35 or above 2080.94 (mean ± </a:t>
            </a:r>
            <a:r>
              <a:rPr lang="en-IN" sz="2000" dirty="0"/>
              <a:t> </a:t>
            </a:r>
            <a:r>
              <a:rPr sz="2000" dirty="0"/>
              <a:t>2×STDEV).</a:t>
            </a:r>
          </a:p>
          <a:p>
            <a:pPr marL="342900" indent="-342900">
              <a:spcAft>
                <a:spcPts val="1200"/>
              </a:spcAft>
              <a:buFont typeface="Wingdings" panose="05000000000000000000" pitchFamily="2" charset="2"/>
              <a:buChar char="q"/>
              <a:defRPr sz="1700">
                <a:solidFill>
                  <a:srgbClr val="232323"/>
                </a:solidFill>
              </a:defRPr>
            </a:pPr>
            <a:r>
              <a:rPr sz="2000" dirty="0"/>
              <a:t>The final sample contains three unusually low-demand days.</a:t>
            </a:r>
          </a:p>
          <a:p>
            <a:pPr marL="342900" indent="-342900">
              <a:spcAft>
                <a:spcPts val="1200"/>
              </a:spcAft>
              <a:buFont typeface="Wingdings" panose="05000000000000000000" pitchFamily="2" charset="2"/>
              <a:buChar char="q"/>
              <a:defRPr sz="1700">
                <a:solidFill>
                  <a:srgbClr val="232323"/>
                </a:solidFill>
              </a:defRPr>
            </a:pPr>
            <a:r>
              <a:rPr sz="2000" dirty="0"/>
              <a:t>Anomalies should be reviewed for weather, events, operational disruption or data-quality explanations.</a:t>
            </a:r>
          </a:p>
          <a:p>
            <a:pPr marL="342900" indent="-342900">
              <a:spcAft>
                <a:spcPts val="1200"/>
              </a:spcAft>
              <a:buFont typeface="Wingdings" panose="05000000000000000000" pitchFamily="2" charset="2"/>
              <a:buChar char="q"/>
              <a:defRPr sz="1700">
                <a:solidFill>
                  <a:srgbClr val="232323"/>
                </a:solidFill>
              </a:defRPr>
            </a:pPr>
            <a:r>
              <a:rPr sz="2000" dirty="0"/>
              <a:t>This is a transparent statistical anomaly method rather than a claim of a machine-learning model.</a:t>
            </a:r>
          </a:p>
        </p:txBody>
      </p:sp>
      <p:pic>
        <p:nvPicPr>
          <p:cNvPr id="4" name="Picture 3">
            <a:extLst>
              <a:ext uri="{FF2B5EF4-FFF2-40B4-BE49-F238E27FC236}">
                <a16:creationId xmlns:a16="http://schemas.microsoft.com/office/drawing/2014/main" id="{ABE37123-2E3E-CF9C-E112-50C52C861AD2}"/>
              </a:ext>
            </a:extLst>
          </p:cNvPr>
          <p:cNvPicPr>
            <a:picLocks noChangeAspect="1"/>
          </p:cNvPicPr>
          <p:nvPr/>
        </p:nvPicPr>
        <p:blipFill>
          <a:blip r:embed="rId2"/>
          <a:srcRect l="18459" t="38996" r="18045" b="39911"/>
          <a:stretch>
            <a:fillRect/>
          </a:stretch>
        </p:blipFill>
        <p:spPr>
          <a:xfrm>
            <a:off x="11041627" y="6231175"/>
            <a:ext cx="1150374" cy="626825"/>
          </a:xfrm>
          <a:prstGeom prst="rect">
            <a:avLst/>
          </a:prstGeom>
        </p:spPr>
      </p:pic>
      <p:pic>
        <p:nvPicPr>
          <p:cNvPr id="7" name="Picture 6">
            <a:extLst>
              <a:ext uri="{FF2B5EF4-FFF2-40B4-BE49-F238E27FC236}">
                <a16:creationId xmlns:a16="http://schemas.microsoft.com/office/drawing/2014/main" id="{0AF14881-1086-AD95-31EF-A7B93C43C181}"/>
              </a:ext>
            </a:extLst>
          </p:cNvPr>
          <p:cNvPicPr>
            <a:picLocks noChangeAspect="1"/>
          </p:cNvPicPr>
          <p:nvPr/>
        </p:nvPicPr>
        <p:blipFill>
          <a:blip r:embed="rId2"/>
          <a:srcRect l="18459" t="38996" r="18045" b="39911"/>
          <a:stretch>
            <a:fillRect/>
          </a:stretch>
        </p:blipFill>
        <p:spPr>
          <a:xfrm flipH="1">
            <a:off x="0" y="6231175"/>
            <a:ext cx="1150374" cy="626825"/>
          </a:xfrm>
          <a:prstGeom prst="rect">
            <a:avLst/>
          </a:prstGeom>
        </p:spPr>
      </p:pic>
    </p:spTree>
    <p:extLst>
      <p:ext uri="{BB962C8B-B14F-4D97-AF65-F5344CB8AC3E}">
        <p14:creationId xmlns:p14="http://schemas.microsoft.com/office/powerpoint/2010/main" val="274436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92AB5483-3F6F-9693-839D-6CFBDBBDECFA}"/>
              </a:ext>
            </a:extLst>
          </p:cNvPr>
          <p:cNvGraphicFramePr>
            <a:graphicFrameLocks/>
          </p:cNvGraphicFramePr>
          <p:nvPr>
            <p:extLst>
              <p:ext uri="{D42A27DB-BD31-4B8C-83A1-F6EECF244321}">
                <p14:modId xmlns:p14="http://schemas.microsoft.com/office/powerpoint/2010/main" val="667403279"/>
              </p:ext>
            </p:extLst>
          </p:nvPr>
        </p:nvGraphicFramePr>
        <p:xfrm>
          <a:off x="366927" y="1124793"/>
          <a:ext cx="10107109" cy="3341733"/>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EB33A58D-A9B0-12CC-459D-AE5352D83530}"/>
              </a:ext>
            </a:extLst>
          </p:cNvPr>
          <p:cNvSpPr txBox="1"/>
          <p:nvPr/>
        </p:nvSpPr>
        <p:spPr>
          <a:xfrm>
            <a:off x="366927" y="4602792"/>
            <a:ext cx="10261744" cy="1631216"/>
          </a:xfrm>
          <a:prstGeom prst="rect">
            <a:avLst/>
          </a:prstGeom>
          <a:noFill/>
        </p:spPr>
        <p:txBody>
          <a:bodyPr wrap="square">
            <a:spAutoFit/>
          </a:bodyPr>
          <a:lstStyle/>
          <a:p>
            <a:pPr marL="342900" indent="-342900">
              <a:spcAft>
                <a:spcPts val="1200"/>
              </a:spcAft>
              <a:buFont typeface="Wingdings" panose="05000000000000000000" pitchFamily="2" charset="2"/>
              <a:buChar char="q"/>
              <a:defRPr sz="1700">
                <a:solidFill>
                  <a:srgbClr val="232323"/>
                </a:solidFill>
              </a:defRPr>
            </a:pPr>
            <a:r>
              <a:rPr lang="en-US" sz="2000" dirty="0"/>
              <a:t>Daily total demand was analyzed using a statistical threshold based on the mean and standard deviation. A record was classified as an anomaly when its demand differed from the average by more than two standard deviations. This method helps to identify unusually high or low demand periods and provides an additional analytical layer for detecting irregular patterns in the dataset.</a:t>
            </a:r>
            <a:endParaRPr sz="2000" dirty="0"/>
          </a:p>
        </p:txBody>
      </p:sp>
      <p:pic>
        <p:nvPicPr>
          <p:cNvPr id="7" name="Picture 6">
            <a:extLst>
              <a:ext uri="{FF2B5EF4-FFF2-40B4-BE49-F238E27FC236}">
                <a16:creationId xmlns:a16="http://schemas.microsoft.com/office/drawing/2014/main" id="{56194175-DFF6-1EFC-9E4D-2E2C3EF6D735}"/>
              </a:ext>
            </a:extLst>
          </p:cNvPr>
          <p:cNvPicPr>
            <a:picLocks noChangeAspect="1"/>
          </p:cNvPicPr>
          <p:nvPr/>
        </p:nvPicPr>
        <p:blipFill>
          <a:blip r:embed="rId3"/>
          <a:srcRect l="18459" t="38996" r="18045" b="39911"/>
          <a:stretch>
            <a:fillRect/>
          </a:stretch>
        </p:blipFill>
        <p:spPr>
          <a:xfrm flipH="1">
            <a:off x="0" y="6338573"/>
            <a:ext cx="888664" cy="484222"/>
          </a:xfrm>
          <a:prstGeom prst="rect">
            <a:avLst/>
          </a:prstGeom>
        </p:spPr>
      </p:pic>
      <p:pic>
        <p:nvPicPr>
          <p:cNvPr id="9" name="Picture 8">
            <a:extLst>
              <a:ext uri="{FF2B5EF4-FFF2-40B4-BE49-F238E27FC236}">
                <a16:creationId xmlns:a16="http://schemas.microsoft.com/office/drawing/2014/main" id="{04320AA0-8149-EE61-AD08-A7EEF664773E}"/>
              </a:ext>
            </a:extLst>
          </p:cNvPr>
          <p:cNvPicPr>
            <a:picLocks noChangeAspect="1"/>
          </p:cNvPicPr>
          <p:nvPr/>
        </p:nvPicPr>
        <p:blipFill>
          <a:blip r:embed="rId3"/>
          <a:srcRect l="18459" t="38996" r="18045" b="39911"/>
          <a:stretch>
            <a:fillRect/>
          </a:stretch>
        </p:blipFill>
        <p:spPr>
          <a:xfrm>
            <a:off x="11303336" y="6338573"/>
            <a:ext cx="888664" cy="484222"/>
          </a:xfrm>
          <a:prstGeom prst="rect">
            <a:avLst/>
          </a:prstGeom>
        </p:spPr>
      </p:pic>
    </p:spTree>
    <p:extLst>
      <p:ext uri="{BB962C8B-B14F-4D97-AF65-F5344CB8AC3E}">
        <p14:creationId xmlns:p14="http://schemas.microsoft.com/office/powerpoint/2010/main" val="406869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325B3A-30B0-46DD-528E-8172A23B2298}"/>
              </a:ext>
            </a:extLst>
          </p:cNvPr>
          <p:cNvSpPr txBox="1"/>
          <p:nvPr/>
        </p:nvSpPr>
        <p:spPr>
          <a:xfrm>
            <a:off x="677486" y="586047"/>
            <a:ext cx="3295997" cy="646331"/>
          </a:xfrm>
          <a:prstGeom prst="rect">
            <a:avLst/>
          </a:prstGeom>
          <a:noFill/>
        </p:spPr>
        <p:txBody>
          <a:bodyPr wrap="square">
            <a:spAutoFit/>
          </a:bodyPr>
          <a:lstStyle/>
          <a:p>
            <a:pPr>
              <a:defRPr sz="2700" b="1">
                <a:solidFill>
                  <a:srgbClr val="1F4E79"/>
                </a:solidFill>
              </a:defRPr>
            </a:pPr>
            <a:r>
              <a:rPr sz="3600" dirty="0"/>
              <a:t>Key Findings</a:t>
            </a:r>
          </a:p>
        </p:txBody>
      </p:sp>
      <p:sp>
        <p:nvSpPr>
          <p:cNvPr id="5" name="TextBox 4">
            <a:extLst>
              <a:ext uri="{FF2B5EF4-FFF2-40B4-BE49-F238E27FC236}">
                <a16:creationId xmlns:a16="http://schemas.microsoft.com/office/drawing/2014/main" id="{7037E47B-F8E2-46B2-328F-0609E6D53F96}"/>
              </a:ext>
            </a:extLst>
          </p:cNvPr>
          <p:cNvSpPr txBox="1"/>
          <p:nvPr/>
        </p:nvSpPr>
        <p:spPr>
          <a:xfrm>
            <a:off x="677486" y="1591888"/>
            <a:ext cx="9763299" cy="3395748"/>
          </a:xfrm>
          <a:prstGeom prst="rect">
            <a:avLst/>
          </a:prstGeom>
          <a:noFill/>
        </p:spPr>
        <p:txBody>
          <a:bodyPr wrap="square">
            <a:spAutoFit/>
          </a:bodyPr>
          <a:lstStyle/>
          <a:p>
            <a:pPr marL="285750" indent="-285750">
              <a:spcAft>
                <a:spcPts val="1200"/>
              </a:spcAft>
              <a:buFont typeface="Wingdings" panose="05000000000000000000" pitchFamily="2" charset="2"/>
              <a:buChar char="q"/>
              <a:defRPr sz="1700">
                <a:solidFill>
                  <a:srgbClr val="232323"/>
                </a:solidFill>
              </a:defRPr>
            </a:pPr>
            <a:r>
              <a:rPr sz="2000" dirty="0"/>
              <a:t>Overall demand: 58,304 users across 1,000 hourly records.</a:t>
            </a:r>
          </a:p>
          <a:p>
            <a:pPr marL="285750" indent="-285750">
              <a:spcAft>
                <a:spcPts val="1200"/>
              </a:spcAft>
              <a:buFont typeface="Wingdings" panose="05000000000000000000" pitchFamily="2" charset="2"/>
              <a:buChar char="q"/>
              <a:defRPr sz="1700">
                <a:solidFill>
                  <a:srgbClr val="232323"/>
                </a:solidFill>
              </a:defRPr>
            </a:pPr>
            <a:r>
              <a:rPr sz="2000" dirty="0"/>
              <a:t>Registered users dominate the sample at 91.56% of total users.</a:t>
            </a:r>
          </a:p>
          <a:p>
            <a:pPr marL="285750" indent="-285750">
              <a:spcAft>
                <a:spcPts val="1200"/>
              </a:spcAft>
              <a:buFont typeface="Wingdings" panose="05000000000000000000" pitchFamily="2" charset="2"/>
              <a:buChar char="q"/>
              <a:defRPr sz="1700">
                <a:solidFill>
                  <a:srgbClr val="232323"/>
                </a:solidFill>
              </a:defRPr>
            </a:pPr>
            <a:r>
              <a:rPr sz="2000" dirty="0"/>
              <a:t>Highest average hourly demand occurs at 17:00 (140.20).</a:t>
            </a:r>
          </a:p>
          <a:p>
            <a:pPr marL="285750" indent="-285750">
              <a:spcAft>
                <a:spcPts val="1200"/>
              </a:spcAft>
              <a:buFont typeface="Wingdings" panose="05000000000000000000" pitchFamily="2" charset="2"/>
              <a:buChar char="q"/>
              <a:defRPr sz="1700">
                <a:solidFill>
                  <a:srgbClr val="232323"/>
                </a:solidFill>
              </a:defRPr>
            </a:pPr>
            <a:r>
              <a:rPr sz="2000" dirty="0"/>
              <a:t>Weekday demand (63.34) is higher than weekend demand (48.09).</a:t>
            </a:r>
          </a:p>
          <a:p>
            <a:pPr marL="285750" indent="-285750">
              <a:spcAft>
                <a:spcPts val="1200"/>
              </a:spcAft>
              <a:buFont typeface="Wingdings" panose="05000000000000000000" pitchFamily="2" charset="2"/>
              <a:buChar char="q"/>
              <a:defRPr sz="1700">
                <a:solidFill>
                  <a:srgbClr val="232323"/>
                </a:solidFill>
              </a:defRPr>
            </a:pPr>
            <a:r>
              <a:rPr sz="2000" dirty="0"/>
              <a:t>Temperature has a weak positive relationship with demand (r=0.229); humidity has a weak negative relationship (r=</a:t>
            </a:r>
            <a:r>
              <a:rPr lang="en-IN" sz="2000" dirty="0"/>
              <a:t> </a:t>
            </a:r>
            <a:r>
              <a:rPr sz="2000" dirty="0"/>
              <a:t>-</a:t>
            </a:r>
            <a:r>
              <a:rPr lang="en-IN" sz="2000" dirty="0"/>
              <a:t> </a:t>
            </a:r>
            <a:r>
              <a:rPr sz="2000" dirty="0"/>
              <a:t>0.254).</a:t>
            </a:r>
          </a:p>
          <a:p>
            <a:pPr marL="285750" indent="-285750">
              <a:spcAft>
                <a:spcPts val="1200"/>
              </a:spcAft>
              <a:buFont typeface="Wingdings" panose="05000000000000000000" pitchFamily="2" charset="2"/>
              <a:buChar char="q"/>
              <a:defRPr sz="1700">
                <a:solidFill>
                  <a:srgbClr val="232323"/>
                </a:solidFill>
              </a:defRPr>
            </a:pPr>
            <a:r>
              <a:rPr sz="2000" dirty="0"/>
              <a:t>Forecasting and anomaly detection add forward-looking and exception-monitoring capability.</a:t>
            </a:r>
          </a:p>
        </p:txBody>
      </p:sp>
      <p:pic>
        <p:nvPicPr>
          <p:cNvPr id="4" name="Picture 3">
            <a:extLst>
              <a:ext uri="{FF2B5EF4-FFF2-40B4-BE49-F238E27FC236}">
                <a16:creationId xmlns:a16="http://schemas.microsoft.com/office/drawing/2014/main" id="{3DB37B76-22D0-5D69-DEF4-EE3024785D49}"/>
              </a:ext>
            </a:extLst>
          </p:cNvPr>
          <p:cNvPicPr>
            <a:picLocks noChangeAspect="1"/>
          </p:cNvPicPr>
          <p:nvPr/>
        </p:nvPicPr>
        <p:blipFill>
          <a:blip r:embed="rId2"/>
          <a:srcRect l="18459" t="38996" r="18045" b="39911"/>
          <a:stretch>
            <a:fillRect/>
          </a:stretch>
        </p:blipFill>
        <p:spPr>
          <a:xfrm>
            <a:off x="11041627" y="6231175"/>
            <a:ext cx="1150374" cy="626825"/>
          </a:xfrm>
          <a:prstGeom prst="rect">
            <a:avLst/>
          </a:prstGeom>
        </p:spPr>
      </p:pic>
      <p:pic>
        <p:nvPicPr>
          <p:cNvPr id="7" name="Picture 6">
            <a:extLst>
              <a:ext uri="{FF2B5EF4-FFF2-40B4-BE49-F238E27FC236}">
                <a16:creationId xmlns:a16="http://schemas.microsoft.com/office/drawing/2014/main" id="{ADDEA3CD-D8B0-E388-FF4D-337DB3CDB464}"/>
              </a:ext>
            </a:extLst>
          </p:cNvPr>
          <p:cNvPicPr>
            <a:picLocks noChangeAspect="1"/>
          </p:cNvPicPr>
          <p:nvPr/>
        </p:nvPicPr>
        <p:blipFill>
          <a:blip r:embed="rId2"/>
          <a:srcRect l="18459" t="38996" r="18045" b="39911"/>
          <a:stretch>
            <a:fillRect/>
          </a:stretch>
        </p:blipFill>
        <p:spPr>
          <a:xfrm flipH="1">
            <a:off x="0" y="6231174"/>
            <a:ext cx="1150374" cy="626825"/>
          </a:xfrm>
          <a:prstGeom prst="rect">
            <a:avLst/>
          </a:prstGeom>
        </p:spPr>
      </p:pic>
    </p:spTree>
    <p:extLst>
      <p:ext uri="{BB962C8B-B14F-4D97-AF65-F5344CB8AC3E}">
        <p14:creationId xmlns:p14="http://schemas.microsoft.com/office/powerpoint/2010/main" val="3769621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94B0B4-ED4A-53C9-D65E-125302CC8175}"/>
              </a:ext>
            </a:extLst>
          </p:cNvPr>
          <p:cNvSpPr txBox="1"/>
          <p:nvPr/>
        </p:nvSpPr>
        <p:spPr>
          <a:xfrm>
            <a:off x="577734" y="619298"/>
            <a:ext cx="7718368" cy="646331"/>
          </a:xfrm>
          <a:prstGeom prst="rect">
            <a:avLst/>
          </a:prstGeom>
          <a:noFill/>
        </p:spPr>
        <p:txBody>
          <a:bodyPr wrap="square">
            <a:spAutoFit/>
          </a:bodyPr>
          <a:lstStyle/>
          <a:p>
            <a:pPr>
              <a:defRPr sz="2700" b="1">
                <a:solidFill>
                  <a:srgbClr val="1F4E79"/>
                </a:solidFill>
              </a:defRPr>
            </a:pPr>
            <a:r>
              <a:rPr sz="3600" dirty="0"/>
              <a:t>Recommendations &amp; Conclusion</a:t>
            </a:r>
          </a:p>
        </p:txBody>
      </p:sp>
      <p:sp>
        <p:nvSpPr>
          <p:cNvPr id="5" name="TextBox 4">
            <a:extLst>
              <a:ext uri="{FF2B5EF4-FFF2-40B4-BE49-F238E27FC236}">
                <a16:creationId xmlns:a16="http://schemas.microsoft.com/office/drawing/2014/main" id="{0B0946EC-4030-01D1-E372-5A2A18D9A628}"/>
              </a:ext>
            </a:extLst>
          </p:cNvPr>
          <p:cNvSpPr txBox="1"/>
          <p:nvPr/>
        </p:nvSpPr>
        <p:spPr>
          <a:xfrm>
            <a:off x="577734" y="1475509"/>
            <a:ext cx="9646921" cy="4862870"/>
          </a:xfrm>
          <a:prstGeom prst="rect">
            <a:avLst/>
          </a:prstGeom>
          <a:noFill/>
        </p:spPr>
        <p:txBody>
          <a:bodyPr wrap="square">
            <a:spAutoFit/>
          </a:bodyPr>
          <a:lstStyle/>
          <a:p>
            <a:pPr marL="342900" indent="-342900">
              <a:spcAft>
                <a:spcPts val="1200"/>
              </a:spcAft>
              <a:buFont typeface="Wingdings" panose="05000000000000000000" pitchFamily="2" charset="2"/>
              <a:buChar char="q"/>
              <a:defRPr sz="1600">
                <a:solidFill>
                  <a:srgbClr val="232323"/>
                </a:solidFill>
              </a:defRPr>
            </a:pPr>
            <a:r>
              <a:rPr sz="2000" dirty="0"/>
              <a:t>Prioritize operational readiness around the highest-demand period (17:00) and other strong periods.</a:t>
            </a:r>
          </a:p>
          <a:p>
            <a:pPr marL="342900" indent="-342900">
              <a:spcAft>
                <a:spcPts val="1200"/>
              </a:spcAft>
              <a:buFont typeface="Wingdings" panose="05000000000000000000" pitchFamily="2" charset="2"/>
              <a:buChar char="q"/>
              <a:defRPr sz="1600">
                <a:solidFill>
                  <a:srgbClr val="232323"/>
                </a:solidFill>
              </a:defRPr>
            </a:pPr>
            <a:r>
              <a:rPr sz="2000" dirty="0"/>
              <a:t>Use the weekday/hour heatmap to plan bike availability, redistribution and maintenance.</a:t>
            </a:r>
          </a:p>
          <a:p>
            <a:pPr marL="342900" indent="-342900">
              <a:spcAft>
                <a:spcPts val="1200"/>
              </a:spcAft>
              <a:buFont typeface="Wingdings" panose="05000000000000000000" pitchFamily="2" charset="2"/>
              <a:buChar char="q"/>
              <a:defRPr sz="1600">
                <a:solidFill>
                  <a:srgbClr val="232323"/>
                </a:solidFill>
              </a:defRPr>
            </a:pPr>
            <a:r>
              <a:rPr sz="2000" dirty="0"/>
              <a:t>Protect service quality for registered users because they represent the majority of recorded demand.</a:t>
            </a:r>
          </a:p>
          <a:p>
            <a:pPr marL="342900" indent="-342900">
              <a:spcAft>
                <a:spcPts val="1200"/>
              </a:spcAft>
              <a:buFont typeface="Wingdings" panose="05000000000000000000" pitchFamily="2" charset="2"/>
              <a:buChar char="q"/>
              <a:defRPr sz="1600">
                <a:solidFill>
                  <a:srgbClr val="232323"/>
                </a:solidFill>
              </a:defRPr>
            </a:pPr>
            <a:r>
              <a:rPr sz="2000" dirty="0"/>
              <a:t>Review anomaly dates before using them in planning models; investigate operational or external causes.</a:t>
            </a:r>
          </a:p>
          <a:p>
            <a:pPr marL="342900" indent="-342900">
              <a:spcAft>
                <a:spcPts val="1200"/>
              </a:spcAft>
              <a:buFont typeface="Wingdings" panose="05000000000000000000" pitchFamily="2" charset="2"/>
              <a:buChar char="q"/>
              <a:defRPr sz="1600">
                <a:solidFill>
                  <a:srgbClr val="232323"/>
                </a:solidFill>
              </a:defRPr>
            </a:pPr>
            <a:r>
              <a:rPr sz="2000" dirty="0"/>
              <a:t>Refresh the forecast and dashboard as more dates are added. A longer multi-season history is needed for stronger seasonal conclusions.</a:t>
            </a:r>
          </a:p>
          <a:p>
            <a:pPr marL="342900" indent="-342900">
              <a:spcAft>
                <a:spcPts val="1200"/>
              </a:spcAft>
              <a:buFont typeface="Wingdings" panose="05000000000000000000" pitchFamily="2" charset="2"/>
              <a:buChar char="q"/>
              <a:defRPr sz="1600">
                <a:solidFill>
                  <a:srgbClr val="232323"/>
                </a:solidFill>
              </a:defRPr>
            </a:pPr>
            <a:r>
              <a:rPr sz="2000" dirty="0"/>
              <a:t>Overall, the final workbook provides a complete Excel analytics workflow from cleaning and formulas to interactive </a:t>
            </a:r>
            <a:r>
              <a:rPr lang="en-IN" sz="2000" dirty="0"/>
              <a:t>Dashboard</a:t>
            </a:r>
            <a:r>
              <a:rPr sz="2000" dirty="0"/>
              <a:t>, forecasting and anomaly monitoring.</a:t>
            </a:r>
          </a:p>
        </p:txBody>
      </p:sp>
      <p:pic>
        <p:nvPicPr>
          <p:cNvPr id="4" name="Picture 3">
            <a:extLst>
              <a:ext uri="{FF2B5EF4-FFF2-40B4-BE49-F238E27FC236}">
                <a16:creationId xmlns:a16="http://schemas.microsoft.com/office/drawing/2014/main" id="{0D7E5025-8269-8B8B-483E-393451C677E0}"/>
              </a:ext>
            </a:extLst>
          </p:cNvPr>
          <p:cNvPicPr>
            <a:picLocks noChangeAspect="1"/>
          </p:cNvPicPr>
          <p:nvPr/>
        </p:nvPicPr>
        <p:blipFill>
          <a:blip r:embed="rId2"/>
          <a:srcRect l="18459" t="38996" r="18045" b="39911"/>
          <a:stretch>
            <a:fillRect/>
          </a:stretch>
        </p:blipFill>
        <p:spPr>
          <a:xfrm>
            <a:off x="11041627" y="6231175"/>
            <a:ext cx="1150374" cy="626825"/>
          </a:xfrm>
          <a:prstGeom prst="rect">
            <a:avLst/>
          </a:prstGeom>
        </p:spPr>
      </p:pic>
      <p:pic>
        <p:nvPicPr>
          <p:cNvPr id="9" name="Picture 8">
            <a:extLst>
              <a:ext uri="{FF2B5EF4-FFF2-40B4-BE49-F238E27FC236}">
                <a16:creationId xmlns:a16="http://schemas.microsoft.com/office/drawing/2014/main" id="{2AD41D83-85BF-7185-C266-C60786F0F9F4}"/>
              </a:ext>
            </a:extLst>
          </p:cNvPr>
          <p:cNvPicPr>
            <a:picLocks noChangeAspect="1"/>
          </p:cNvPicPr>
          <p:nvPr/>
        </p:nvPicPr>
        <p:blipFill>
          <a:blip r:embed="rId2"/>
          <a:srcRect l="18459" t="38996" r="18045" b="39911"/>
          <a:stretch>
            <a:fillRect/>
          </a:stretch>
        </p:blipFill>
        <p:spPr>
          <a:xfrm flipH="1">
            <a:off x="0" y="6231174"/>
            <a:ext cx="1150374" cy="626825"/>
          </a:xfrm>
          <a:prstGeom prst="rect">
            <a:avLst/>
          </a:prstGeom>
        </p:spPr>
      </p:pic>
    </p:spTree>
    <p:extLst>
      <p:ext uri="{BB962C8B-B14F-4D97-AF65-F5344CB8AC3E}">
        <p14:creationId xmlns:p14="http://schemas.microsoft.com/office/powerpoint/2010/main" val="28889308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BDDEA9-ED3D-1D76-BEB6-B79F4BBFC24A}"/>
              </a:ext>
            </a:extLst>
          </p:cNvPr>
          <p:cNvSpPr txBox="1"/>
          <p:nvPr/>
        </p:nvSpPr>
        <p:spPr>
          <a:xfrm>
            <a:off x="2049873" y="3075057"/>
            <a:ext cx="8091948" cy="707886"/>
          </a:xfrm>
          <a:prstGeom prst="rect">
            <a:avLst/>
          </a:prstGeom>
          <a:noFill/>
        </p:spPr>
        <p:txBody>
          <a:bodyPr wrap="square" rtlCol="0">
            <a:spAutoFit/>
          </a:bodyPr>
          <a:lstStyle/>
          <a:p>
            <a:pPr algn="ctr"/>
            <a:r>
              <a:rPr lang="en-IN" sz="4000" b="1" dirty="0">
                <a:solidFill>
                  <a:schemeClr val="tx2"/>
                </a:solidFill>
              </a:rPr>
              <a:t>THANK YOU</a:t>
            </a:r>
          </a:p>
        </p:txBody>
      </p:sp>
      <p:pic>
        <p:nvPicPr>
          <p:cNvPr id="6" name="Picture 5">
            <a:extLst>
              <a:ext uri="{FF2B5EF4-FFF2-40B4-BE49-F238E27FC236}">
                <a16:creationId xmlns:a16="http://schemas.microsoft.com/office/drawing/2014/main" id="{63BB908C-F070-1C27-5231-2A7D3AE01A58}"/>
              </a:ext>
            </a:extLst>
          </p:cNvPr>
          <p:cNvPicPr>
            <a:picLocks noChangeAspect="1"/>
          </p:cNvPicPr>
          <p:nvPr/>
        </p:nvPicPr>
        <p:blipFill>
          <a:blip r:embed="rId2"/>
          <a:srcRect l="18459" t="38996" r="18045" b="39911"/>
          <a:stretch>
            <a:fillRect/>
          </a:stretch>
        </p:blipFill>
        <p:spPr>
          <a:xfrm>
            <a:off x="11041627" y="6231175"/>
            <a:ext cx="1150374" cy="626825"/>
          </a:xfrm>
          <a:prstGeom prst="rect">
            <a:avLst/>
          </a:prstGeom>
        </p:spPr>
      </p:pic>
      <p:pic>
        <p:nvPicPr>
          <p:cNvPr id="8" name="Picture 7">
            <a:extLst>
              <a:ext uri="{FF2B5EF4-FFF2-40B4-BE49-F238E27FC236}">
                <a16:creationId xmlns:a16="http://schemas.microsoft.com/office/drawing/2014/main" id="{A4E936CD-E068-E137-35DC-D83D5DE0F126}"/>
              </a:ext>
            </a:extLst>
          </p:cNvPr>
          <p:cNvPicPr>
            <a:picLocks noChangeAspect="1"/>
          </p:cNvPicPr>
          <p:nvPr/>
        </p:nvPicPr>
        <p:blipFill>
          <a:blip r:embed="rId2"/>
          <a:srcRect l="18459" t="38996" r="18045" b="39911"/>
          <a:stretch>
            <a:fillRect/>
          </a:stretch>
        </p:blipFill>
        <p:spPr>
          <a:xfrm flipH="1">
            <a:off x="0" y="6231174"/>
            <a:ext cx="1150374" cy="626825"/>
          </a:xfrm>
          <a:prstGeom prst="rect">
            <a:avLst/>
          </a:prstGeom>
        </p:spPr>
      </p:pic>
    </p:spTree>
    <p:extLst>
      <p:ext uri="{BB962C8B-B14F-4D97-AF65-F5344CB8AC3E}">
        <p14:creationId xmlns:p14="http://schemas.microsoft.com/office/powerpoint/2010/main" val="41985544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{BD3FC8F7-81C4-4A30-8803-170DA80D1E8E}TF229edf6a-8a49-49ee-a0a6-5037052947485fb3ca0c-bc27bf41d645</Template>
  <TotalTime>149</TotalTime>
  <Words>1083</Words>
  <Application>Microsoft Office PowerPoint</Application>
  <PresentationFormat>Widescreen</PresentationFormat>
  <Paragraphs>154</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Century Gothic</vt:lpstr>
      <vt:lpstr>Wingdings</vt:lpstr>
      <vt:lpstr>Wingdings 3</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Sayan Paul</dc:creator>
  <cp:lastModifiedBy>Sayan Paul</cp:lastModifiedBy>
  <cp:revision>1</cp:revision>
  <dcterms:created xsi:type="dcterms:W3CDTF">2026-10-10T03:47:17Z</dcterms:created>
  <dcterms:modified xsi:type="dcterms:W3CDTF">2026-10-10T11:48:25Z</dcterms:modified>
</cp:coreProperties>
</file>